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44" r:id="rId4"/>
  </p:sldMasterIdLst>
  <p:notesMasterIdLst>
    <p:notesMasterId r:id="rId13"/>
  </p:notesMasterIdLst>
  <p:handoutMasterIdLst>
    <p:handoutMasterId r:id="rId14"/>
  </p:handoutMasterIdLst>
  <p:sldIdLst>
    <p:sldId id="256" r:id="rId5"/>
    <p:sldId id="258" r:id="rId6"/>
    <p:sldId id="260" r:id="rId7"/>
    <p:sldId id="275" r:id="rId8"/>
    <p:sldId id="276" r:id="rId9"/>
    <p:sldId id="277" r:id="rId10"/>
    <p:sldId id="278" r:id="rId11"/>
    <p:sldId id="274"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1" autoAdjust="0"/>
    <p:restoredTop sz="95033" autoAdjust="0"/>
  </p:normalViewPr>
  <p:slideViewPr>
    <p:cSldViewPr snapToGrid="0" snapToObjects="1">
      <p:cViewPr varScale="1">
        <p:scale>
          <a:sx n="69" d="100"/>
          <a:sy n="69" d="100"/>
        </p:scale>
        <p:origin x="96" y="168"/>
      </p:cViewPr>
      <p:guideLst>
        <p:guide orient="horz" pos="2160"/>
        <p:guide pos="3840"/>
      </p:guideLst>
    </p:cSldViewPr>
  </p:slideViewPr>
  <p:notesTextViewPr>
    <p:cViewPr>
      <p:scale>
        <a:sx n="1" d="1"/>
        <a:sy n="1" d="1"/>
      </p:scale>
      <p:origin x="0" y="0"/>
    </p:cViewPr>
  </p:notesTextViewPr>
  <p:notesViewPr>
    <p:cSldViewPr snapToGrid="0" snapToObjects="1">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37F2D40-DF92-4ADE-A761-CBF896599CA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74F42E9-55BA-437C-85B3-324B4E2BF26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6D81A9-CFC2-4640-899E-DD3E177BE50A}" type="datetimeFigureOut">
              <a:rPr lang="en-US" smtClean="0"/>
              <a:t>11/1/2023</a:t>
            </a:fld>
            <a:endParaRPr lang="en-US" dirty="0"/>
          </a:p>
        </p:txBody>
      </p:sp>
      <p:sp>
        <p:nvSpPr>
          <p:cNvPr id="4" name="Footer Placeholder 3">
            <a:extLst>
              <a:ext uri="{FF2B5EF4-FFF2-40B4-BE49-F238E27FC236}">
                <a16:creationId xmlns:a16="http://schemas.microsoft.com/office/drawing/2014/main" id="{407DF0FD-84A5-462F-A0AC-B2CEF6020C4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5D85C710-014C-4C89-9B64-843B9863CEB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EC605DA-80A8-4B7B-B889-6C5700BB4CEA}" type="slidenum">
              <a:rPr lang="en-US" smtClean="0"/>
              <a:t>‹#›</a:t>
            </a:fld>
            <a:endParaRPr lang="en-US" dirty="0"/>
          </a:p>
        </p:txBody>
      </p:sp>
    </p:spTree>
    <p:extLst>
      <p:ext uri="{BB962C8B-B14F-4D97-AF65-F5344CB8AC3E}">
        <p14:creationId xmlns:p14="http://schemas.microsoft.com/office/powerpoint/2010/main" val="21665392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1E50F4-C55A-473A-A70B-4B042EF011A9}" type="datetimeFigureOut">
              <a:rPr lang="en-US" smtClean="0"/>
              <a:t>11/1/2023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544625-0ADF-4414-89A2-9E135F0C849F}" type="slidenum">
              <a:rPr lang="en-US" smtClean="0"/>
              <a:t>‹#›</a:t>
            </a:fld>
            <a:endParaRPr lang="en-US" dirty="0"/>
          </a:p>
        </p:txBody>
      </p:sp>
    </p:spTree>
    <p:extLst>
      <p:ext uri="{BB962C8B-B14F-4D97-AF65-F5344CB8AC3E}">
        <p14:creationId xmlns:p14="http://schemas.microsoft.com/office/powerpoint/2010/main" val="11222280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1</a:t>
            </a:fld>
            <a:endParaRPr lang="en-US" dirty="0"/>
          </a:p>
        </p:txBody>
      </p:sp>
    </p:spTree>
    <p:extLst>
      <p:ext uri="{BB962C8B-B14F-4D97-AF65-F5344CB8AC3E}">
        <p14:creationId xmlns:p14="http://schemas.microsoft.com/office/powerpoint/2010/main" val="37498086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2</a:t>
            </a:fld>
            <a:endParaRPr lang="en-US" dirty="0"/>
          </a:p>
        </p:txBody>
      </p:sp>
    </p:spTree>
    <p:extLst>
      <p:ext uri="{BB962C8B-B14F-4D97-AF65-F5344CB8AC3E}">
        <p14:creationId xmlns:p14="http://schemas.microsoft.com/office/powerpoint/2010/main" val="1636654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3</a:t>
            </a:fld>
            <a:endParaRPr lang="en-US" dirty="0"/>
          </a:p>
        </p:txBody>
      </p:sp>
    </p:spTree>
    <p:extLst>
      <p:ext uri="{BB962C8B-B14F-4D97-AF65-F5344CB8AC3E}">
        <p14:creationId xmlns:p14="http://schemas.microsoft.com/office/powerpoint/2010/main" val="7240312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4</a:t>
            </a:fld>
            <a:endParaRPr lang="en-US" dirty="0"/>
          </a:p>
        </p:txBody>
      </p:sp>
    </p:spTree>
    <p:extLst>
      <p:ext uri="{BB962C8B-B14F-4D97-AF65-F5344CB8AC3E}">
        <p14:creationId xmlns:p14="http://schemas.microsoft.com/office/powerpoint/2010/main" val="17910012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5</a:t>
            </a:fld>
            <a:endParaRPr lang="en-US" dirty="0"/>
          </a:p>
        </p:txBody>
      </p:sp>
    </p:spTree>
    <p:extLst>
      <p:ext uri="{BB962C8B-B14F-4D97-AF65-F5344CB8AC3E}">
        <p14:creationId xmlns:p14="http://schemas.microsoft.com/office/powerpoint/2010/main" val="17149817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6</a:t>
            </a:fld>
            <a:endParaRPr lang="en-US" dirty="0"/>
          </a:p>
        </p:txBody>
      </p:sp>
    </p:spTree>
    <p:extLst>
      <p:ext uri="{BB962C8B-B14F-4D97-AF65-F5344CB8AC3E}">
        <p14:creationId xmlns:p14="http://schemas.microsoft.com/office/powerpoint/2010/main" val="13616562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7</a:t>
            </a:fld>
            <a:endParaRPr lang="en-US" dirty="0"/>
          </a:p>
        </p:txBody>
      </p:sp>
    </p:spTree>
    <p:extLst>
      <p:ext uri="{BB962C8B-B14F-4D97-AF65-F5344CB8AC3E}">
        <p14:creationId xmlns:p14="http://schemas.microsoft.com/office/powerpoint/2010/main" val="18293623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544625-0ADF-4414-89A2-9E135F0C849F}" type="slidenum">
              <a:rPr lang="en-US" smtClean="0"/>
              <a:t>8</a:t>
            </a:fld>
            <a:endParaRPr lang="en-US" dirty="0"/>
          </a:p>
        </p:txBody>
      </p:sp>
    </p:spTree>
    <p:extLst>
      <p:ext uri="{BB962C8B-B14F-4D97-AF65-F5344CB8AC3E}">
        <p14:creationId xmlns:p14="http://schemas.microsoft.com/office/powerpoint/2010/main" val="2048347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87DE6118-2437-4B30-8E3C-4D2BE6020583}" type="datetimeFigureOut">
              <a:rPr lang="en-US" smtClean="0"/>
              <a:pPr/>
              <a:t>11/1/2023</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20232501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11/1/2023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466546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11/1/2023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1074580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smtClean="0"/>
              <a:t>11/1/2023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623104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smtClean="0"/>
              <a:t>11/1/2023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987299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smtClean="0"/>
              <a:t>11/1/2023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4240550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87DE6118-2437-4B30-8E3C-4D2BE6020583}" type="datetimeFigureOut">
              <a:rPr lang="en-US" smtClean="0"/>
              <a:t>11/1/2023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3293073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DE6118-2437-4B30-8E3C-4D2BE6020583}" type="datetimeFigureOut">
              <a:rPr lang="en-US" smtClean="0"/>
              <a:pPr/>
              <a:t>11/1/2023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11409764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DE6118-2437-4B30-8E3C-4D2BE6020583}" type="datetimeFigureOut">
              <a:rPr lang="en-US" smtClean="0"/>
              <a:pPr/>
              <a:t>11/1/2023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179080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7DE6118-2437-4B30-8E3C-4D2BE6020583}" type="datetimeFigureOut">
              <a:rPr lang="en-US" smtClean="0"/>
              <a:pPr/>
              <a:t>11/1/2023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3863127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11/1/2023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498008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11/1/2023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20505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11/1/2023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21785693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11/1/2023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30441876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DE6118-2437-4B30-8E3C-4D2BE6020583}" type="datetimeFigureOut">
              <a:rPr lang="en-US" smtClean="0"/>
              <a:pPr/>
              <a:t>11/1/2023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42859608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11/1/2023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2021260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11/1/2023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2447542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7DE6118-2437-4B30-8E3C-4D2BE6020583}" type="datetimeFigureOut">
              <a:rPr lang="en-US" smtClean="0"/>
              <a:pPr/>
              <a:t>11/1/2023</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9E57DC2-970A-4B3E-BB1C-7A09969E49DF}" type="slidenum">
              <a:rPr lang="en-US" smtClean="0"/>
              <a:pPr/>
              <a:t>‹#›</a:t>
            </a:fld>
            <a:endParaRPr lang="en-US" dirty="0"/>
          </a:p>
        </p:txBody>
      </p:sp>
    </p:spTree>
    <p:extLst>
      <p:ext uri="{BB962C8B-B14F-4D97-AF65-F5344CB8AC3E}">
        <p14:creationId xmlns:p14="http://schemas.microsoft.com/office/powerpoint/2010/main" val="645065765"/>
      </p:ext>
    </p:extLst>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hyperlink" Target="https://www.mpirical.com/blog/the-evolution-of-mobile-communication" TargetMode="External"/><Relationship Id="rId4" Type="http://schemas.openxmlformats.org/officeDocument/2006/relationships/hyperlink" Target="https://www.forbes.com/sites/forbestechcouncil/2021/07/05/security-challenges-in-the-5g-world-and-how-to-overcome-them/?sh=72eab550ee9c"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night sky with mountains far away on the horizon">
            <a:extLst>
              <a:ext uri="{FF2B5EF4-FFF2-40B4-BE49-F238E27FC236}">
                <a16:creationId xmlns:a16="http://schemas.microsoft.com/office/drawing/2014/main" id="{7C454B0C-0819-4D56-9275-BCE254DA659D}"/>
              </a:ext>
            </a:extLst>
          </p:cNvPr>
          <p:cNvPicPr>
            <a:picLocks noChangeAspect="1"/>
          </p:cNvPicPr>
          <p:nvPr/>
        </p:nvPicPr>
        <p:blipFill rotWithShape="1">
          <a:blip r:embed="rId3">
            <a:alphaModFix amt="20000"/>
            <a:extLst>
              <a:ext uri="{28A0092B-C50C-407E-A947-70E740481C1C}">
                <a14:useLocalDpi xmlns:a14="http://schemas.microsoft.com/office/drawing/2010/main"/>
              </a:ext>
            </a:extLst>
          </a:blip>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340C7600-5BA8-4A54-887F-74AF87750A31}"/>
              </a:ext>
            </a:extLst>
          </p:cNvPr>
          <p:cNvSpPr>
            <a:spLocks noGrp="1"/>
          </p:cNvSpPr>
          <p:nvPr>
            <p:ph type="ctrTitle"/>
          </p:nvPr>
        </p:nvSpPr>
        <p:spPr>
          <a:xfrm>
            <a:off x="3962399" y="2554817"/>
            <a:ext cx="7197726" cy="2421464"/>
          </a:xfrm>
        </p:spPr>
        <p:txBody>
          <a:bodyPr>
            <a:normAutofit/>
          </a:bodyPr>
          <a:lstStyle/>
          <a:p>
            <a:r>
              <a:rPr lang="en-US" b="1" dirty="0"/>
              <a:t>Advancements of generations of mobile technology</a:t>
            </a:r>
          </a:p>
        </p:txBody>
      </p:sp>
      <p:sp>
        <p:nvSpPr>
          <p:cNvPr id="3" name="Subtitle 2">
            <a:extLst>
              <a:ext uri="{FF2B5EF4-FFF2-40B4-BE49-F238E27FC236}">
                <a16:creationId xmlns:a16="http://schemas.microsoft.com/office/drawing/2014/main" id="{AE584786-6548-4BB4-95FD-977AD1F362C6}"/>
              </a:ext>
            </a:extLst>
          </p:cNvPr>
          <p:cNvSpPr>
            <a:spLocks noGrp="1"/>
          </p:cNvSpPr>
          <p:nvPr>
            <p:ph type="subTitle" idx="1"/>
          </p:nvPr>
        </p:nvSpPr>
        <p:spPr>
          <a:xfrm>
            <a:off x="3962399" y="4976282"/>
            <a:ext cx="7197726" cy="1405467"/>
          </a:xfrm>
        </p:spPr>
        <p:txBody>
          <a:bodyPr>
            <a:normAutofit/>
          </a:bodyPr>
          <a:lstStyle/>
          <a:p>
            <a:r>
              <a:rPr lang="en-US" dirty="0">
                <a:solidFill>
                  <a:schemeClr val="accent1">
                    <a:lumMod val="40000"/>
                    <a:lumOff val="60000"/>
                  </a:schemeClr>
                </a:solidFill>
              </a:rPr>
              <a:t>Andre Hardy</a:t>
            </a:r>
          </a:p>
        </p:txBody>
      </p:sp>
    </p:spTree>
    <p:extLst>
      <p:ext uri="{BB962C8B-B14F-4D97-AF65-F5344CB8AC3E}">
        <p14:creationId xmlns:p14="http://schemas.microsoft.com/office/powerpoint/2010/main" val="3417721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9F444-FCBD-B140-9C05-E443FA0805C4}"/>
              </a:ext>
            </a:extLst>
          </p:cNvPr>
          <p:cNvSpPr>
            <a:spLocks noGrp="1"/>
          </p:cNvSpPr>
          <p:nvPr>
            <p:ph type="title"/>
          </p:nvPr>
        </p:nvSpPr>
        <p:spPr>
          <a:xfrm>
            <a:off x="685801" y="609600"/>
            <a:ext cx="6143423" cy="1456267"/>
          </a:xfrm>
        </p:spPr>
        <p:txBody>
          <a:bodyPr>
            <a:normAutofit/>
          </a:bodyPr>
          <a:lstStyle/>
          <a:p>
            <a:r>
              <a:rPr lang="en-US" dirty="0"/>
              <a:t>Global technology</a:t>
            </a:r>
            <a:endParaRPr lang="ru-RU" dirty="0"/>
          </a:p>
        </p:txBody>
      </p:sp>
      <p:pic>
        <p:nvPicPr>
          <p:cNvPr id="4" name="Picture 3" descr="satellite against the night sky">
            <a:extLst>
              <a:ext uri="{FF2B5EF4-FFF2-40B4-BE49-F238E27FC236}">
                <a16:creationId xmlns:a16="http://schemas.microsoft.com/office/drawing/2014/main" id="{D4F2268B-BB87-42FB-B84F-C145C01B497A}"/>
              </a:ext>
            </a:extLst>
          </p:cNvPr>
          <p:cNvPicPr>
            <a:picLocks noChangeAspect="1"/>
          </p:cNvPicPr>
          <p:nvPr/>
        </p:nvPicPr>
        <p:blipFill rotWithShape="1">
          <a:blip r:embed="rId4"/>
          <a:srcRect l="8611" r="16027" b="1"/>
          <a:stretch/>
        </p:blipFill>
        <p:spPr>
          <a:xfrm>
            <a:off x="8888133" y="4144246"/>
            <a:ext cx="3302966" cy="2717299"/>
          </a:xfrm>
          <a:custGeom>
            <a:avLst/>
            <a:gdLst>
              <a:gd name="connsiteX0" fmla="*/ 1663658 w 3039855"/>
              <a:gd name="connsiteY0" fmla="*/ 0 h 2500842"/>
              <a:gd name="connsiteX1" fmla="*/ 2947417 w 3039855"/>
              <a:gd name="connsiteY1" fmla="*/ 605417 h 2500842"/>
              <a:gd name="connsiteX2" fmla="*/ 3039855 w 3039855"/>
              <a:gd name="connsiteY2" fmla="*/ 729032 h 2500842"/>
              <a:gd name="connsiteX3" fmla="*/ 3039855 w 3039855"/>
              <a:gd name="connsiteY3" fmla="*/ 2500842 h 2500842"/>
              <a:gd name="connsiteX4" fmla="*/ 226952 w 3039855"/>
              <a:gd name="connsiteY4" fmla="*/ 2500842 h 2500842"/>
              <a:gd name="connsiteX5" fmla="*/ 155401 w 3039855"/>
              <a:gd name="connsiteY5" fmla="*/ 2366679 h 2500842"/>
              <a:gd name="connsiteX6" fmla="*/ 0 w 3039855"/>
              <a:gd name="connsiteY6" fmla="*/ 1663658 h 2500842"/>
              <a:gd name="connsiteX7" fmla="*/ 1663658 w 3039855"/>
              <a:gd name="connsiteY7" fmla="*/ 0 h 2500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39855" h="2500842">
                <a:moveTo>
                  <a:pt x="1663658" y="0"/>
                </a:moveTo>
                <a:cubicBezTo>
                  <a:pt x="2180490" y="0"/>
                  <a:pt x="2642278" y="235674"/>
                  <a:pt x="2947417" y="605417"/>
                </a:cubicBezTo>
                <a:lnTo>
                  <a:pt x="3039855" y="729032"/>
                </a:lnTo>
                <a:lnTo>
                  <a:pt x="3039855" y="2500842"/>
                </a:lnTo>
                <a:lnTo>
                  <a:pt x="226952" y="2500842"/>
                </a:lnTo>
                <a:lnTo>
                  <a:pt x="155401" y="2366679"/>
                </a:lnTo>
                <a:cubicBezTo>
                  <a:pt x="55691" y="2153127"/>
                  <a:pt x="0" y="1914896"/>
                  <a:pt x="0" y="1663658"/>
                </a:cubicBezTo>
                <a:cubicBezTo>
                  <a:pt x="0" y="744845"/>
                  <a:pt x="744845" y="0"/>
                  <a:pt x="1663658" y="0"/>
                </a:cubicBezTo>
                <a:close/>
              </a:path>
            </a:pathLst>
          </a:custGeom>
        </p:spPr>
      </p:pic>
      <p:grpSp>
        <p:nvGrpSpPr>
          <p:cNvPr id="179" name="Group 178">
            <a:extLst>
              <a:ext uri="{FF2B5EF4-FFF2-40B4-BE49-F238E27FC236}">
                <a16:creationId xmlns:a16="http://schemas.microsoft.com/office/drawing/2014/main" id="{CFEF753B-CA1B-4178-80F5-095B7FEA21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21267604">
            <a:off x="8565602" y="3905595"/>
            <a:ext cx="3639934" cy="3163289"/>
            <a:chOff x="5281603" y="104899"/>
            <a:chExt cx="6910397" cy="6005491"/>
          </a:xfrm>
        </p:grpSpPr>
        <p:sp>
          <p:nvSpPr>
            <p:cNvPr id="180" name="Freeform 98">
              <a:extLst>
                <a:ext uri="{FF2B5EF4-FFF2-40B4-BE49-F238E27FC236}">
                  <a16:creationId xmlns:a16="http://schemas.microsoft.com/office/drawing/2014/main" id="{86C68ECC-F0A0-411E-A303-6DC0707A36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281603" y="104899"/>
              <a:ext cx="6896713" cy="6005491"/>
            </a:xfrm>
            <a:custGeom>
              <a:avLst/>
              <a:gdLst>
                <a:gd name="connsiteX0" fmla="*/ 3912717 w 6896713"/>
                <a:gd name="connsiteY0" fmla="*/ 0 h 6005491"/>
                <a:gd name="connsiteX1" fmla="*/ 6679426 w 6896713"/>
                <a:gd name="connsiteY1" fmla="*/ 1146008 h 6005491"/>
                <a:gd name="connsiteX2" fmla="*/ 6896713 w 6896713"/>
                <a:gd name="connsiteY2" fmla="*/ 1385085 h 6005491"/>
                <a:gd name="connsiteX3" fmla="*/ 6896713 w 6896713"/>
                <a:gd name="connsiteY3" fmla="*/ 1431256 h 6005491"/>
                <a:gd name="connsiteX4" fmla="*/ 6657442 w 6896713"/>
                <a:gd name="connsiteY4" fmla="*/ 1167992 h 6005491"/>
                <a:gd name="connsiteX5" fmla="*/ 3912717 w 6896713"/>
                <a:gd name="connsiteY5" fmla="*/ 31089 h 6005491"/>
                <a:gd name="connsiteX6" fmla="*/ 31089 w 6896713"/>
                <a:gd name="connsiteY6" fmla="*/ 3912717 h 6005491"/>
                <a:gd name="connsiteX7" fmla="*/ 593046 w 6896713"/>
                <a:gd name="connsiteY7" fmla="*/ 5925483 h 6005491"/>
                <a:gd name="connsiteX8" fmla="*/ 633874 w 6896713"/>
                <a:gd name="connsiteY8" fmla="*/ 5989169 h 6005491"/>
                <a:gd name="connsiteX9" fmla="*/ 607415 w 6896713"/>
                <a:gd name="connsiteY9" fmla="*/ 6005491 h 6005491"/>
                <a:gd name="connsiteX10" fmla="*/ 566458 w 6896713"/>
                <a:gd name="connsiteY10" fmla="*/ 5941603 h 6005491"/>
                <a:gd name="connsiteX11" fmla="*/ 0 w 6896713"/>
                <a:gd name="connsiteY11" fmla="*/ 3912717 h 6005491"/>
                <a:gd name="connsiteX12" fmla="*/ 3912717 w 6896713"/>
                <a:gd name="connsiteY12" fmla="*/ 0 h 600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96713" h="6005491">
                  <a:moveTo>
                    <a:pt x="3912717" y="0"/>
                  </a:moveTo>
                  <a:cubicBezTo>
                    <a:pt x="4993184" y="0"/>
                    <a:pt x="5971363" y="437946"/>
                    <a:pt x="6679426" y="1146008"/>
                  </a:cubicBezTo>
                  <a:lnTo>
                    <a:pt x="6896713" y="1385085"/>
                  </a:lnTo>
                  <a:lnTo>
                    <a:pt x="6896713" y="1431256"/>
                  </a:lnTo>
                  <a:lnTo>
                    <a:pt x="6657442" y="1167992"/>
                  </a:lnTo>
                  <a:cubicBezTo>
                    <a:pt x="5955006" y="465555"/>
                    <a:pt x="4984599" y="31089"/>
                    <a:pt x="3912717" y="31089"/>
                  </a:cubicBezTo>
                  <a:cubicBezTo>
                    <a:pt x="1768953" y="31089"/>
                    <a:pt x="31089" y="1768953"/>
                    <a:pt x="31089" y="3912717"/>
                  </a:cubicBezTo>
                  <a:cubicBezTo>
                    <a:pt x="31089" y="4649636"/>
                    <a:pt x="236442" y="5338592"/>
                    <a:pt x="593046" y="5925483"/>
                  </a:cubicBezTo>
                  <a:lnTo>
                    <a:pt x="633874" y="5989169"/>
                  </a:lnTo>
                  <a:lnTo>
                    <a:pt x="607415" y="6005491"/>
                  </a:lnTo>
                  <a:lnTo>
                    <a:pt x="566458" y="5941603"/>
                  </a:lnTo>
                  <a:cubicBezTo>
                    <a:pt x="206998" y="5350013"/>
                    <a:pt x="0" y="4655538"/>
                    <a:pt x="0" y="3912717"/>
                  </a:cubicBezTo>
                  <a:cubicBezTo>
                    <a:pt x="0" y="1751783"/>
                    <a:pt x="1751783" y="0"/>
                    <a:pt x="3912717" y="0"/>
                  </a:cubicBezTo>
                  <a:close/>
                </a:path>
              </a:pathLst>
            </a:custGeom>
            <a:solidFill>
              <a:srgbClr val="FFFFF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1" name="Group 180">
              <a:extLst>
                <a:ext uri="{FF2B5EF4-FFF2-40B4-BE49-F238E27FC236}">
                  <a16:creationId xmlns:a16="http://schemas.microsoft.com/office/drawing/2014/main" id="{6A21E140-4ECB-4C42-BDC7-F4351513DA9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516018" y="331504"/>
              <a:ext cx="6675982" cy="5235326"/>
              <a:chOff x="5516018" y="331504"/>
              <a:chExt cx="6675982" cy="5235326"/>
            </a:xfrm>
          </p:grpSpPr>
          <p:cxnSp>
            <p:nvCxnSpPr>
              <p:cNvPr id="182" name="Straight Connector 181">
                <a:extLst>
                  <a:ext uri="{FF2B5EF4-FFF2-40B4-BE49-F238E27FC236}">
                    <a16:creationId xmlns:a16="http://schemas.microsoft.com/office/drawing/2014/main" id="{2940CFC5-AC4C-4746-A3B9-3DD434FF6DE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66830" y="3315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a:extLst>
                  <a:ext uri="{FF2B5EF4-FFF2-40B4-BE49-F238E27FC236}">
                    <a16:creationId xmlns:a16="http://schemas.microsoft.com/office/drawing/2014/main" id="{6EC95677-9C92-4D0D-91D4-E07380F2502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 flipH="1">
                <a:off x="9408861" y="3383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a:extLst>
                  <a:ext uri="{FF2B5EF4-FFF2-40B4-BE49-F238E27FC236}">
                    <a16:creationId xmlns:a16="http://schemas.microsoft.com/office/drawing/2014/main" id="{097602B2-71E1-4395-9C47-DE48B712AE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 flipH="1">
                <a:off x="9551700" y="34763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a:extLst>
                  <a:ext uri="{FF2B5EF4-FFF2-40B4-BE49-F238E27FC236}">
                    <a16:creationId xmlns:a16="http://schemas.microsoft.com/office/drawing/2014/main" id="{7FC50570-F1A9-4DB3-A64D-3A21A58882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0000" flipH="1">
                <a:off x="9688748" y="36808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88E4F209-3FDA-4C17-A86D-59990132FF4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9824866" y="38922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a:extLst>
                  <a:ext uri="{FF2B5EF4-FFF2-40B4-BE49-F238E27FC236}">
                    <a16:creationId xmlns:a16="http://schemas.microsoft.com/office/drawing/2014/main" id="{9950C402-F8DC-4C99-90A8-CD67BDEC6CB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0000" flipH="1">
                <a:off x="9966867" y="41754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a:extLst>
                  <a:ext uri="{FF2B5EF4-FFF2-40B4-BE49-F238E27FC236}">
                    <a16:creationId xmlns:a16="http://schemas.microsoft.com/office/drawing/2014/main" id="{76483FEF-FBDD-456C-AD52-B6D166FB1C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80000" flipH="1">
                <a:off x="10104425" y="4458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a:extLst>
                  <a:ext uri="{FF2B5EF4-FFF2-40B4-BE49-F238E27FC236}">
                    <a16:creationId xmlns:a16="http://schemas.microsoft.com/office/drawing/2014/main" id="{DA316CA5-D470-4E6D-A6E8-D35DB7725D2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00000" flipH="1">
                <a:off x="10240513" y="47948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a:extLst>
                  <a:ext uri="{FF2B5EF4-FFF2-40B4-BE49-F238E27FC236}">
                    <a16:creationId xmlns:a16="http://schemas.microsoft.com/office/drawing/2014/main" id="{8BFA4937-71AA-4400-8DCD-20E5DF0501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10373882" y="52435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768FA0D4-7119-47B3-8329-0978770774F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0" flipH="1">
                <a:off x="10505632" y="570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a:extLst>
                  <a:ext uri="{FF2B5EF4-FFF2-40B4-BE49-F238E27FC236}">
                    <a16:creationId xmlns:a16="http://schemas.microsoft.com/office/drawing/2014/main" id="{62C433AC-8114-47CC-9467-FCB5FE9807B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20000" flipH="1">
                <a:off x="10637382" y="62134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a:extLst>
                  <a:ext uri="{FF2B5EF4-FFF2-40B4-BE49-F238E27FC236}">
                    <a16:creationId xmlns:a16="http://schemas.microsoft.com/office/drawing/2014/main" id="{BF9CB489-BA36-4004-A019-75FBA23CCB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440000" flipH="1">
                <a:off x="10760965" y="69043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a:extLst>
                  <a:ext uri="{FF2B5EF4-FFF2-40B4-BE49-F238E27FC236}">
                    <a16:creationId xmlns:a16="http://schemas.microsoft.com/office/drawing/2014/main" id="{B4C060E4-E790-4A31-B683-EA834FCF4E2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10888991" y="755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13F00D2A-400F-4678-BB33-16B61650F47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740000" flipH="1">
                <a:off x="11010193" y="81974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46AABFD4-3727-4DF4-933A-C0A090248A8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60000" flipH="1">
                <a:off x="11129014" y="89566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6CC40A87-D067-41BF-B368-A197EC0D9DF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80000" flipH="1">
                <a:off x="11249872" y="968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E116F92B-7098-4139-AC77-75B4CE3323F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11366875" y="10480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CFDF485C-38E7-4C0D-A2A7-3F1DE3B918A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280000" flipH="1">
                <a:off x="11474058" y="11315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BF6DBD12-21A0-4F07-953F-D3B3486C15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0" flipH="1">
                <a:off x="11583303" y="122179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554F4E42-5B16-41F4-8FF4-2EB134C1FE1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20000" flipH="1">
                <a:off x="11685344" y="132177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6F4CC20F-EBF6-4AFE-9A4F-68ACC7513B4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11787704" y="14176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FA745DE2-9816-4D5B-BB41-BE1874612FF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20000" flipH="1">
                <a:off x="11880859" y="15179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D5B5D721-5554-457C-BE2F-BCA2505CADF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940000" flipH="1">
                <a:off x="11969252" y="162743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BAFF390C-48FB-4FA5-998E-6DDDF9D2B4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60000" flipH="1">
                <a:off x="12062016" y="173601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F4B2E647-1CF4-4AF8-9AF5-8EAB6D6E888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074680" y="1910249"/>
                <a:ext cx="117320" cy="82912"/>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46DA8C50-AA32-47D8-8DCB-DE9624E60E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149943" y="2083594"/>
                <a:ext cx="39676" cy="21436"/>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51ED6412-8EBC-4680-B7D2-65A4F73BBBD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 flipH="1">
                <a:off x="9127990" y="33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2983F033-A214-4959-956E-4B50B7AC66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 flipH="1">
                <a:off x="8987576" y="33663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A77F30C3-5A8C-4BEB-95C1-A7B9C0961F3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 flipH="1">
                <a:off x="8844859" y="35117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99A432F5-9A86-437C-8108-7945FA72EC4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8706904" y="3657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4F8B1465-BA18-4D1C-ADED-D4BAA7638AA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20000" flipH="1">
                <a:off x="8568008" y="3878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45DD7842-E27E-4461-B9C8-63AD2F0C44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840000" flipH="1">
                <a:off x="8429112" y="4100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3C45934F-49A5-4EDB-A9A3-5540D74AB1A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60000" flipH="1">
                <a:off x="8294968" y="4462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EEF9B0E3-0DC0-4D03-A02B-8F62D905F4F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8160824" y="48237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2B1998C4-BF81-4332-A399-AD43467F677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60000" flipH="1">
                <a:off x="8027689" y="53184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44CFAF52-7684-46F2-8DFD-70A7F36DB0E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80000" flipH="1">
                <a:off x="7894554" y="58132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93EFB5D1-BDF7-40B6-BBEA-D489CE79F15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500000" flipH="1">
                <a:off x="7761419" y="63079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B5A98777-A259-461F-A9B2-21DFC45C179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7636645" y="6898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0F795195-D966-482A-8D47-6265C00F6D0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0" flipH="1">
                <a:off x="7511871" y="75119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6E881E12-FFE1-441E-B36B-804289472BA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20000" flipH="1">
                <a:off x="7387899" y="81977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61DBEB97-C3B3-4646-9760-227E20B1555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040000" flipH="1">
                <a:off x="7268530" y="8931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0BA17FBA-A611-4CA2-9CDC-E073B889C4C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7152030" y="9765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1B66F6D2-50DA-4E7A-8583-E9159CD9622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340000" flipH="1">
                <a:off x="7041695" y="10600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DD181CC7-8652-404A-B5C7-58004FD15F3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60000" flipH="1">
                <a:off x="6931360" y="114346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75706D69-47CD-47E3-83C9-EDB4EAF58C8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80000" flipH="1">
                <a:off x="6819070" y="123586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7" name="Straight Connector 226">
                <a:extLst>
                  <a:ext uri="{FF2B5EF4-FFF2-40B4-BE49-F238E27FC236}">
                    <a16:creationId xmlns:a16="http://schemas.microsoft.com/office/drawing/2014/main" id="{2ADC21AA-CD21-436C-A9D7-DC4167E5008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6721359" y="133274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8" name="Straight Connector 227">
                <a:extLst>
                  <a:ext uri="{FF2B5EF4-FFF2-40B4-BE49-F238E27FC236}">
                    <a16:creationId xmlns:a16="http://schemas.microsoft.com/office/drawing/2014/main" id="{4702CCCC-772F-4AF1-8201-73C25371105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80000" flipH="1">
                <a:off x="6617467" y="1429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9" name="Straight Connector 228">
                <a:extLst>
                  <a:ext uri="{FF2B5EF4-FFF2-40B4-BE49-F238E27FC236}">
                    <a16:creationId xmlns:a16="http://schemas.microsoft.com/office/drawing/2014/main" id="{62AAD2B7-288B-42CF-804B-E33B84D747A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0" flipH="1">
                <a:off x="6520032" y="15272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0" name="Straight Connector 229">
                <a:extLst>
                  <a:ext uri="{FF2B5EF4-FFF2-40B4-BE49-F238E27FC236}">
                    <a16:creationId xmlns:a16="http://schemas.microsoft.com/office/drawing/2014/main" id="{D51CCD7B-95EB-4EE4-BAED-4308C80BF3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120000" flipH="1">
                <a:off x="6429579" y="16416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1" name="Straight Connector 230">
                <a:extLst>
                  <a:ext uri="{FF2B5EF4-FFF2-40B4-BE49-F238E27FC236}">
                    <a16:creationId xmlns:a16="http://schemas.microsoft.com/office/drawing/2014/main" id="{F92C4B5C-D0FB-4C0A-B5FA-2C7DDF7625C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240000" flipH="1">
                <a:off x="6340532" y="1750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2" name="Straight Connector 231">
                <a:extLst>
                  <a:ext uri="{FF2B5EF4-FFF2-40B4-BE49-F238E27FC236}">
                    <a16:creationId xmlns:a16="http://schemas.microsoft.com/office/drawing/2014/main" id="{64D2931E-A280-496D-99C1-5C2A820CB4D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420000" flipH="1">
                <a:off x="6261757" y="18601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3" name="Straight Connector 232">
                <a:extLst>
                  <a:ext uri="{FF2B5EF4-FFF2-40B4-BE49-F238E27FC236}">
                    <a16:creationId xmlns:a16="http://schemas.microsoft.com/office/drawing/2014/main" id="{ED33CBE3-55B1-43CF-96B9-2E994EBCEA3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540000" flipH="1">
                <a:off x="6184144" y="19796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4" name="Straight Connector 233">
                <a:extLst>
                  <a:ext uri="{FF2B5EF4-FFF2-40B4-BE49-F238E27FC236}">
                    <a16:creationId xmlns:a16="http://schemas.microsoft.com/office/drawing/2014/main" id="{16C6D563-A48C-4E6B-AE46-2CCE38A6601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60000" flipH="1">
                <a:off x="6106531" y="20990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5" name="Straight Connector 234">
                <a:extLst>
                  <a:ext uri="{FF2B5EF4-FFF2-40B4-BE49-F238E27FC236}">
                    <a16:creationId xmlns:a16="http://schemas.microsoft.com/office/drawing/2014/main" id="{AD0ABECB-C92E-4F76-89A6-1334939CDF8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780000" flipH="1">
                <a:off x="6043206" y="222255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a:extLst>
                  <a:ext uri="{FF2B5EF4-FFF2-40B4-BE49-F238E27FC236}">
                    <a16:creationId xmlns:a16="http://schemas.microsoft.com/office/drawing/2014/main" id="{8C258514-FFA8-4DE3-9B25-D55705AC3BD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960000" flipH="1">
                <a:off x="5978913" y="234430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7" name="Straight Connector 236">
                <a:extLst>
                  <a:ext uri="{FF2B5EF4-FFF2-40B4-BE49-F238E27FC236}">
                    <a16:creationId xmlns:a16="http://schemas.microsoft.com/office/drawing/2014/main" id="{C2B9E312-EEBF-4783-B25E-D7DD0D6E712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080000" flipH="1">
                <a:off x="5912438" y="24706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8" name="Straight Connector 237">
                <a:extLst>
                  <a:ext uri="{FF2B5EF4-FFF2-40B4-BE49-F238E27FC236}">
                    <a16:creationId xmlns:a16="http://schemas.microsoft.com/office/drawing/2014/main" id="{7CB21139-A4D5-4D0F-9AD0-868FFC4240F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0" flipH="1">
                <a:off x="5858875" y="260092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9" name="Straight Connector 238">
                <a:extLst>
                  <a:ext uri="{FF2B5EF4-FFF2-40B4-BE49-F238E27FC236}">
                    <a16:creationId xmlns:a16="http://schemas.microsoft.com/office/drawing/2014/main" id="{E72FF9AC-BC86-42FD-8DF7-72429C958CA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320000" flipH="1">
                <a:off x="5808182" y="273404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0" name="Straight Connector 239">
                <a:extLst>
                  <a:ext uri="{FF2B5EF4-FFF2-40B4-BE49-F238E27FC236}">
                    <a16:creationId xmlns:a16="http://schemas.microsoft.com/office/drawing/2014/main" id="{23D09EAB-27F8-4FAC-91C2-4942ABA7408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500000" flipH="1">
                <a:off x="5773263" y="28668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1" name="Straight Connector 240">
                <a:extLst>
                  <a:ext uri="{FF2B5EF4-FFF2-40B4-BE49-F238E27FC236}">
                    <a16:creationId xmlns:a16="http://schemas.microsoft.com/office/drawing/2014/main" id="{10D82CB2-C309-4CCD-9FB1-EF8F4407ECC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620000" flipH="1">
                <a:off x="5735963" y="300206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2" name="Straight Connector 241">
                <a:extLst>
                  <a:ext uri="{FF2B5EF4-FFF2-40B4-BE49-F238E27FC236}">
                    <a16:creationId xmlns:a16="http://schemas.microsoft.com/office/drawing/2014/main" id="{3625D6FE-BC58-4E33-B4E9-282D5CB75E0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740000" flipH="1">
                <a:off x="5700105" y="31389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3" name="Straight Connector 242">
                <a:extLst>
                  <a:ext uri="{FF2B5EF4-FFF2-40B4-BE49-F238E27FC236}">
                    <a16:creationId xmlns:a16="http://schemas.microsoft.com/office/drawing/2014/main" id="{2158CF66-DCD3-4627-9675-61B42A30371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860000" flipH="1">
                <a:off x="5665939" y="327548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a:extLst>
                  <a:ext uri="{FF2B5EF4-FFF2-40B4-BE49-F238E27FC236}">
                    <a16:creationId xmlns:a16="http://schemas.microsoft.com/office/drawing/2014/main" id="{44ED85B9-D0C1-4222-B4BC-E81876EC388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040000" flipH="1">
                <a:off x="5644476" y="341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a:extLst>
                  <a:ext uri="{FF2B5EF4-FFF2-40B4-BE49-F238E27FC236}">
                    <a16:creationId xmlns:a16="http://schemas.microsoft.com/office/drawing/2014/main" id="{1299F075-06C0-46B8-A3F7-1D7E8D6001D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160000" flipH="1">
                <a:off x="5626530" y="3554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a:extLst>
                  <a:ext uri="{FF2B5EF4-FFF2-40B4-BE49-F238E27FC236}">
                    <a16:creationId xmlns:a16="http://schemas.microsoft.com/office/drawing/2014/main" id="{AEA87578-2C04-4651-A5BF-81D06050C9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280000" flipH="1">
                <a:off x="5616429" y="36918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7" name="Straight Connector 246">
                <a:extLst>
                  <a:ext uri="{FF2B5EF4-FFF2-40B4-BE49-F238E27FC236}">
                    <a16:creationId xmlns:a16="http://schemas.microsoft.com/office/drawing/2014/main" id="{12A8551E-D8EB-40F2-AD25-87484A17D2F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0" flipH="1">
                <a:off x="5611319" y="38353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AC1E0E32-3B75-404A-9165-57337825085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580000" flipH="1">
                <a:off x="5608540" y="397572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a:extLst>
                  <a:ext uri="{FF2B5EF4-FFF2-40B4-BE49-F238E27FC236}">
                    <a16:creationId xmlns:a16="http://schemas.microsoft.com/office/drawing/2014/main" id="{4A410333-16BA-443A-B24F-418ED775366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700000" flipH="1">
                <a:off x="5605761" y="41160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0" name="Straight Connector 249">
                <a:extLst>
                  <a:ext uri="{FF2B5EF4-FFF2-40B4-BE49-F238E27FC236}">
                    <a16:creationId xmlns:a16="http://schemas.microsoft.com/office/drawing/2014/main" id="{271589D1-7914-4EA7-B6B4-C1E7EA5FE67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820000" flipH="1">
                <a:off x="5624195" y="425421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1" name="Straight Connector 250">
                <a:extLst>
                  <a:ext uri="{FF2B5EF4-FFF2-40B4-BE49-F238E27FC236}">
                    <a16:creationId xmlns:a16="http://schemas.microsoft.com/office/drawing/2014/main" id="{E62A5ACA-F5D5-41F3-9549-06DB799C4D1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940000" flipH="1">
                <a:off x="5642629" y="43923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2" name="Straight Connector 251">
                <a:extLst>
                  <a:ext uri="{FF2B5EF4-FFF2-40B4-BE49-F238E27FC236}">
                    <a16:creationId xmlns:a16="http://schemas.microsoft.com/office/drawing/2014/main" id="{EA254CA6-3565-4CD0-8BEB-C94A533C011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120000" flipH="1">
                <a:off x="5654818" y="45363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3" name="Straight Connector 252">
                <a:extLst>
                  <a:ext uri="{FF2B5EF4-FFF2-40B4-BE49-F238E27FC236}">
                    <a16:creationId xmlns:a16="http://schemas.microsoft.com/office/drawing/2014/main" id="{E62203F9-E5BE-44F8-8D43-31EEF85E92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240000" flipH="1">
                <a:off x="5684446" y="467136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a:extLst>
                  <a:ext uri="{FF2B5EF4-FFF2-40B4-BE49-F238E27FC236}">
                    <a16:creationId xmlns:a16="http://schemas.microsoft.com/office/drawing/2014/main" id="{FC43FC58-4722-4D22-88C1-652EB165851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360000" flipH="1">
                <a:off x="5714074" y="48087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a:extLst>
                  <a:ext uri="{FF2B5EF4-FFF2-40B4-BE49-F238E27FC236}">
                    <a16:creationId xmlns:a16="http://schemas.microsoft.com/office/drawing/2014/main" id="{D4C87F1C-06F8-43CD-8920-F525A5504B5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480000" flipH="1">
                <a:off x="5748464" y="49484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F75BF2BA-0DFF-4812-986E-9F2286A9F46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60000" flipH="1">
                <a:off x="5792091" y="507760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a:extLst>
                  <a:ext uri="{FF2B5EF4-FFF2-40B4-BE49-F238E27FC236}">
                    <a16:creationId xmlns:a16="http://schemas.microsoft.com/office/drawing/2014/main" id="{7B79CBCB-DE00-4F16-A2FC-E54EF816BA3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780000" flipH="1">
                <a:off x="5847441" y="52112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a:extLst>
                  <a:ext uri="{FF2B5EF4-FFF2-40B4-BE49-F238E27FC236}">
                    <a16:creationId xmlns:a16="http://schemas.microsoft.com/office/drawing/2014/main" id="{DEA1374B-AC49-4266-965E-1F9CD9E53BC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900000" flipH="1">
                <a:off x="5900410" y="53424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a:extLst>
                  <a:ext uri="{FF2B5EF4-FFF2-40B4-BE49-F238E27FC236}">
                    <a16:creationId xmlns:a16="http://schemas.microsoft.com/office/drawing/2014/main" id="{325DE178-9F40-48D5-B0A9-4B032474225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020000" flipH="1">
                <a:off x="5955760" y="547369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grpSp>
      </p:grpSp>
      <p:grpSp>
        <p:nvGrpSpPr>
          <p:cNvPr id="261" name="Group 260">
            <a:extLst>
              <a:ext uri="{FF2B5EF4-FFF2-40B4-BE49-F238E27FC236}">
                <a16:creationId xmlns:a16="http://schemas.microsoft.com/office/drawing/2014/main" id="{29858C9E-401F-4216-8087-A25D1B5881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5392608">
            <a:off x="7397406" y="-618857"/>
            <a:ext cx="4915057" cy="4271437"/>
            <a:chOff x="5281603" y="104899"/>
            <a:chExt cx="6910397" cy="6005491"/>
          </a:xfrm>
        </p:grpSpPr>
        <p:sp>
          <p:nvSpPr>
            <p:cNvPr id="262" name="Freeform 17">
              <a:extLst>
                <a:ext uri="{FF2B5EF4-FFF2-40B4-BE49-F238E27FC236}">
                  <a16:creationId xmlns:a16="http://schemas.microsoft.com/office/drawing/2014/main" id="{D963FBC5-E6AD-44F8-AF49-6F5B5BF9DB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281603" y="104899"/>
              <a:ext cx="6896713" cy="6005491"/>
            </a:xfrm>
            <a:custGeom>
              <a:avLst/>
              <a:gdLst>
                <a:gd name="connsiteX0" fmla="*/ 3912717 w 6896713"/>
                <a:gd name="connsiteY0" fmla="*/ 0 h 6005491"/>
                <a:gd name="connsiteX1" fmla="*/ 6679426 w 6896713"/>
                <a:gd name="connsiteY1" fmla="*/ 1146008 h 6005491"/>
                <a:gd name="connsiteX2" fmla="*/ 6896713 w 6896713"/>
                <a:gd name="connsiteY2" fmla="*/ 1385085 h 6005491"/>
                <a:gd name="connsiteX3" fmla="*/ 6896713 w 6896713"/>
                <a:gd name="connsiteY3" fmla="*/ 1431256 h 6005491"/>
                <a:gd name="connsiteX4" fmla="*/ 6657442 w 6896713"/>
                <a:gd name="connsiteY4" fmla="*/ 1167992 h 6005491"/>
                <a:gd name="connsiteX5" fmla="*/ 3912717 w 6896713"/>
                <a:gd name="connsiteY5" fmla="*/ 31089 h 6005491"/>
                <a:gd name="connsiteX6" fmla="*/ 31089 w 6896713"/>
                <a:gd name="connsiteY6" fmla="*/ 3912717 h 6005491"/>
                <a:gd name="connsiteX7" fmla="*/ 593046 w 6896713"/>
                <a:gd name="connsiteY7" fmla="*/ 5925483 h 6005491"/>
                <a:gd name="connsiteX8" fmla="*/ 633874 w 6896713"/>
                <a:gd name="connsiteY8" fmla="*/ 5989169 h 6005491"/>
                <a:gd name="connsiteX9" fmla="*/ 607415 w 6896713"/>
                <a:gd name="connsiteY9" fmla="*/ 6005491 h 6005491"/>
                <a:gd name="connsiteX10" fmla="*/ 566458 w 6896713"/>
                <a:gd name="connsiteY10" fmla="*/ 5941603 h 6005491"/>
                <a:gd name="connsiteX11" fmla="*/ 0 w 6896713"/>
                <a:gd name="connsiteY11" fmla="*/ 3912717 h 6005491"/>
                <a:gd name="connsiteX12" fmla="*/ 3912717 w 6896713"/>
                <a:gd name="connsiteY12" fmla="*/ 0 h 600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96713" h="6005491">
                  <a:moveTo>
                    <a:pt x="3912717" y="0"/>
                  </a:moveTo>
                  <a:cubicBezTo>
                    <a:pt x="4993184" y="0"/>
                    <a:pt x="5971363" y="437946"/>
                    <a:pt x="6679426" y="1146008"/>
                  </a:cubicBezTo>
                  <a:lnTo>
                    <a:pt x="6896713" y="1385085"/>
                  </a:lnTo>
                  <a:lnTo>
                    <a:pt x="6896713" y="1431256"/>
                  </a:lnTo>
                  <a:lnTo>
                    <a:pt x="6657442" y="1167992"/>
                  </a:lnTo>
                  <a:cubicBezTo>
                    <a:pt x="5955006" y="465555"/>
                    <a:pt x="4984599" y="31089"/>
                    <a:pt x="3912717" y="31089"/>
                  </a:cubicBezTo>
                  <a:cubicBezTo>
                    <a:pt x="1768953" y="31089"/>
                    <a:pt x="31089" y="1768953"/>
                    <a:pt x="31089" y="3912717"/>
                  </a:cubicBezTo>
                  <a:cubicBezTo>
                    <a:pt x="31089" y="4649636"/>
                    <a:pt x="236442" y="5338592"/>
                    <a:pt x="593046" y="5925483"/>
                  </a:cubicBezTo>
                  <a:lnTo>
                    <a:pt x="633874" y="5989169"/>
                  </a:lnTo>
                  <a:lnTo>
                    <a:pt x="607415" y="6005491"/>
                  </a:lnTo>
                  <a:lnTo>
                    <a:pt x="566458" y="5941603"/>
                  </a:lnTo>
                  <a:cubicBezTo>
                    <a:pt x="206998" y="5350013"/>
                    <a:pt x="0" y="4655538"/>
                    <a:pt x="0" y="3912717"/>
                  </a:cubicBezTo>
                  <a:cubicBezTo>
                    <a:pt x="0" y="1751783"/>
                    <a:pt x="1751783" y="0"/>
                    <a:pt x="3912717" y="0"/>
                  </a:cubicBezTo>
                  <a:close/>
                </a:path>
              </a:pathLst>
            </a:custGeom>
            <a:solidFill>
              <a:srgbClr val="FFFFFF">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63" name="Group 262">
              <a:extLst>
                <a:ext uri="{FF2B5EF4-FFF2-40B4-BE49-F238E27FC236}">
                  <a16:creationId xmlns:a16="http://schemas.microsoft.com/office/drawing/2014/main" id="{EF1F68DE-2C0A-4FBF-8033-8DFBB75AE20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516018" y="331504"/>
              <a:ext cx="6675982" cy="5235326"/>
              <a:chOff x="5516018" y="331504"/>
              <a:chExt cx="6675982" cy="5235326"/>
            </a:xfrm>
          </p:grpSpPr>
          <p:cxnSp>
            <p:nvCxnSpPr>
              <p:cNvPr id="264" name="Straight Connector 263">
                <a:extLst>
                  <a:ext uri="{FF2B5EF4-FFF2-40B4-BE49-F238E27FC236}">
                    <a16:creationId xmlns:a16="http://schemas.microsoft.com/office/drawing/2014/main" id="{1C147FEA-3E5D-4830-B91C-78418FE209F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66830" y="3315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5" name="Straight Connector 264">
                <a:extLst>
                  <a:ext uri="{FF2B5EF4-FFF2-40B4-BE49-F238E27FC236}">
                    <a16:creationId xmlns:a16="http://schemas.microsoft.com/office/drawing/2014/main" id="{C91F075D-8726-4FD6-BE73-EDCD7607303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 flipH="1">
                <a:off x="9408861" y="3383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0BDE3685-352D-4E32-9662-2C6C92E20FA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 flipH="1">
                <a:off x="9551700" y="34763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10A2922F-AA86-4B02-80C4-409D71A0AD7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0000" flipH="1">
                <a:off x="9688748" y="36808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8" name="Straight Connector 267">
                <a:extLst>
                  <a:ext uri="{FF2B5EF4-FFF2-40B4-BE49-F238E27FC236}">
                    <a16:creationId xmlns:a16="http://schemas.microsoft.com/office/drawing/2014/main" id="{A23C72B0-E133-40CF-A094-E239AD994B2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9824866" y="38922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9" name="Straight Connector 268">
                <a:extLst>
                  <a:ext uri="{FF2B5EF4-FFF2-40B4-BE49-F238E27FC236}">
                    <a16:creationId xmlns:a16="http://schemas.microsoft.com/office/drawing/2014/main" id="{63F2DFC9-23E2-4429-911D-AA55B034054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0000" flipH="1">
                <a:off x="9966867" y="41754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a:extLst>
                  <a:ext uri="{FF2B5EF4-FFF2-40B4-BE49-F238E27FC236}">
                    <a16:creationId xmlns:a16="http://schemas.microsoft.com/office/drawing/2014/main" id="{E71590EC-7AA6-47B3-AFF5-6E9A1B8B1C7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80000" flipH="1">
                <a:off x="10104425" y="4458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1" name="Straight Connector 270">
                <a:extLst>
                  <a:ext uri="{FF2B5EF4-FFF2-40B4-BE49-F238E27FC236}">
                    <a16:creationId xmlns:a16="http://schemas.microsoft.com/office/drawing/2014/main" id="{23C6AC81-5D5E-4224-B222-B731E90F1C7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00000" flipH="1">
                <a:off x="10240513" y="47948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2" name="Straight Connector 271">
                <a:extLst>
                  <a:ext uri="{FF2B5EF4-FFF2-40B4-BE49-F238E27FC236}">
                    <a16:creationId xmlns:a16="http://schemas.microsoft.com/office/drawing/2014/main" id="{164FB43F-3082-49BF-A7C5-72A42773D43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10373882" y="52435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3" name="Straight Connector 272">
                <a:extLst>
                  <a:ext uri="{FF2B5EF4-FFF2-40B4-BE49-F238E27FC236}">
                    <a16:creationId xmlns:a16="http://schemas.microsoft.com/office/drawing/2014/main" id="{C9F3EE03-5655-4428-86AC-F579E8F339B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0" flipH="1">
                <a:off x="10505632" y="570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a:extLst>
                  <a:ext uri="{FF2B5EF4-FFF2-40B4-BE49-F238E27FC236}">
                    <a16:creationId xmlns:a16="http://schemas.microsoft.com/office/drawing/2014/main" id="{EF7335E6-5FFD-4206-9AF0-1791A88C9A0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20000" flipH="1">
                <a:off x="10637382" y="62134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5" name="Straight Connector 274">
                <a:extLst>
                  <a:ext uri="{FF2B5EF4-FFF2-40B4-BE49-F238E27FC236}">
                    <a16:creationId xmlns:a16="http://schemas.microsoft.com/office/drawing/2014/main" id="{CE837EB7-EE63-4B6B-9334-1B8055AD9F3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440000" flipH="1">
                <a:off x="10760965" y="69043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6" name="Straight Connector 275">
                <a:extLst>
                  <a:ext uri="{FF2B5EF4-FFF2-40B4-BE49-F238E27FC236}">
                    <a16:creationId xmlns:a16="http://schemas.microsoft.com/office/drawing/2014/main" id="{4EE8D5FB-B44C-43C8-A4F4-D786090733F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10888991" y="755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7" name="Straight Connector 276">
                <a:extLst>
                  <a:ext uri="{FF2B5EF4-FFF2-40B4-BE49-F238E27FC236}">
                    <a16:creationId xmlns:a16="http://schemas.microsoft.com/office/drawing/2014/main" id="{8847AA0E-6A2D-41F5-A9B5-3A2F3B8752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740000" flipH="1">
                <a:off x="11010193" y="81974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8" name="Straight Connector 277">
                <a:extLst>
                  <a:ext uri="{FF2B5EF4-FFF2-40B4-BE49-F238E27FC236}">
                    <a16:creationId xmlns:a16="http://schemas.microsoft.com/office/drawing/2014/main" id="{9E4D651B-C768-4CBE-B971-A3CA38D803F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60000" flipH="1">
                <a:off x="11129014" y="89566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9" name="Straight Connector 278">
                <a:extLst>
                  <a:ext uri="{FF2B5EF4-FFF2-40B4-BE49-F238E27FC236}">
                    <a16:creationId xmlns:a16="http://schemas.microsoft.com/office/drawing/2014/main" id="{913496D3-4182-4D80-9A16-89DBB740861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80000" flipH="1">
                <a:off x="11249872" y="968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0" name="Straight Connector 279">
                <a:extLst>
                  <a:ext uri="{FF2B5EF4-FFF2-40B4-BE49-F238E27FC236}">
                    <a16:creationId xmlns:a16="http://schemas.microsoft.com/office/drawing/2014/main" id="{088D4C91-F0F7-4549-B54A-CC855FD3A78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11366875" y="10480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1" name="Straight Connector 280">
                <a:extLst>
                  <a:ext uri="{FF2B5EF4-FFF2-40B4-BE49-F238E27FC236}">
                    <a16:creationId xmlns:a16="http://schemas.microsoft.com/office/drawing/2014/main" id="{84885948-783E-4197-B942-2DDCD542EA6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280000" flipH="1">
                <a:off x="11474058" y="11315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2" name="Straight Connector 281">
                <a:extLst>
                  <a:ext uri="{FF2B5EF4-FFF2-40B4-BE49-F238E27FC236}">
                    <a16:creationId xmlns:a16="http://schemas.microsoft.com/office/drawing/2014/main" id="{2837E330-008B-45A6-98A5-CE7D6FBBE1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0" flipH="1">
                <a:off x="11583303" y="122179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3" name="Straight Connector 282">
                <a:extLst>
                  <a:ext uri="{FF2B5EF4-FFF2-40B4-BE49-F238E27FC236}">
                    <a16:creationId xmlns:a16="http://schemas.microsoft.com/office/drawing/2014/main" id="{DD807602-B947-4984-8017-D89F3B0ADBA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20000" flipH="1">
                <a:off x="11685344" y="132177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4" name="Straight Connector 283">
                <a:extLst>
                  <a:ext uri="{FF2B5EF4-FFF2-40B4-BE49-F238E27FC236}">
                    <a16:creationId xmlns:a16="http://schemas.microsoft.com/office/drawing/2014/main" id="{57AA37C4-9C24-41F1-98CA-BBD9BE15956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11787704" y="14176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5" name="Straight Connector 284">
                <a:extLst>
                  <a:ext uri="{FF2B5EF4-FFF2-40B4-BE49-F238E27FC236}">
                    <a16:creationId xmlns:a16="http://schemas.microsoft.com/office/drawing/2014/main" id="{692CF8CD-056F-4556-939F-1EFF0FECEC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20000" flipH="1">
                <a:off x="11880859" y="15179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6" name="Straight Connector 285">
                <a:extLst>
                  <a:ext uri="{FF2B5EF4-FFF2-40B4-BE49-F238E27FC236}">
                    <a16:creationId xmlns:a16="http://schemas.microsoft.com/office/drawing/2014/main" id="{A29F3FAC-18B2-4886-9A93-44B7AD01DF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940000" flipH="1">
                <a:off x="11969252" y="162743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7" name="Straight Connector 286">
                <a:extLst>
                  <a:ext uri="{FF2B5EF4-FFF2-40B4-BE49-F238E27FC236}">
                    <a16:creationId xmlns:a16="http://schemas.microsoft.com/office/drawing/2014/main" id="{35B536E5-4149-49B5-8119-04FF4A5ACF3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60000" flipH="1">
                <a:off x="12062016" y="173601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8" name="Straight Connector 287">
                <a:extLst>
                  <a:ext uri="{FF2B5EF4-FFF2-40B4-BE49-F238E27FC236}">
                    <a16:creationId xmlns:a16="http://schemas.microsoft.com/office/drawing/2014/main" id="{4A2B8B6A-D5D3-4DAA-AB4B-A1C1086B408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074680" y="1910249"/>
                <a:ext cx="117320" cy="82912"/>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9" name="Straight Connector 288">
                <a:extLst>
                  <a:ext uri="{FF2B5EF4-FFF2-40B4-BE49-F238E27FC236}">
                    <a16:creationId xmlns:a16="http://schemas.microsoft.com/office/drawing/2014/main" id="{F8E4C672-BE9E-4026-992B-B2FE6C13618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149943" y="2083594"/>
                <a:ext cx="39676" cy="21436"/>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0" name="Straight Connector 289">
                <a:extLst>
                  <a:ext uri="{FF2B5EF4-FFF2-40B4-BE49-F238E27FC236}">
                    <a16:creationId xmlns:a16="http://schemas.microsoft.com/office/drawing/2014/main" id="{AC36DA4E-F1E7-4B68-ADA1-4F132BDCF23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 flipH="1">
                <a:off x="9127990" y="33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1" name="Straight Connector 290">
                <a:extLst>
                  <a:ext uri="{FF2B5EF4-FFF2-40B4-BE49-F238E27FC236}">
                    <a16:creationId xmlns:a16="http://schemas.microsoft.com/office/drawing/2014/main" id="{EB5D2532-6A77-4DE1-8BB0-37AA33FD9F2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 flipH="1">
                <a:off x="8987576" y="33663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2" name="Straight Connector 291">
                <a:extLst>
                  <a:ext uri="{FF2B5EF4-FFF2-40B4-BE49-F238E27FC236}">
                    <a16:creationId xmlns:a16="http://schemas.microsoft.com/office/drawing/2014/main" id="{BF234A36-BE57-450D-BDA2-AD70152CF5C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 flipH="1">
                <a:off x="8844859" y="35117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3" name="Straight Connector 292">
                <a:extLst>
                  <a:ext uri="{FF2B5EF4-FFF2-40B4-BE49-F238E27FC236}">
                    <a16:creationId xmlns:a16="http://schemas.microsoft.com/office/drawing/2014/main" id="{D461473E-1290-4BD0-B4DF-3C95DCE0F6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8706904" y="3657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4" name="Straight Connector 293">
                <a:extLst>
                  <a:ext uri="{FF2B5EF4-FFF2-40B4-BE49-F238E27FC236}">
                    <a16:creationId xmlns:a16="http://schemas.microsoft.com/office/drawing/2014/main" id="{50325318-A62D-4427-B613-AF5E076E3D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20000" flipH="1">
                <a:off x="8568008" y="3878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5" name="Straight Connector 294">
                <a:extLst>
                  <a:ext uri="{FF2B5EF4-FFF2-40B4-BE49-F238E27FC236}">
                    <a16:creationId xmlns:a16="http://schemas.microsoft.com/office/drawing/2014/main" id="{3F928DB9-6B46-43EF-A7CF-C4B9830CA5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840000" flipH="1">
                <a:off x="8429112" y="4100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6" name="Straight Connector 295">
                <a:extLst>
                  <a:ext uri="{FF2B5EF4-FFF2-40B4-BE49-F238E27FC236}">
                    <a16:creationId xmlns:a16="http://schemas.microsoft.com/office/drawing/2014/main" id="{BA011901-65F6-4D44-BD40-744878B6B2D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60000" flipH="1">
                <a:off x="8294968" y="4462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7" name="Straight Connector 296">
                <a:extLst>
                  <a:ext uri="{FF2B5EF4-FFF2-40B4-BE49-F238E27FC236}">
                    <a16:creationId xmlns:a16="http://schemas.microsoft.com/office/drawing/2014/main" id="{E838496B-B788-4873-9E1C-9B4442984E6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8160824" y="48237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A15262F7-23A5-4A6B-BD2C-44CF82ECDEE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60000" flipH="1">
                <a:off x="8027689" y="53184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9" name="Straight Connector 298">
                <a:extLst>
                  <a:ext uri="{FF2B5EF4-FFF2-40B4-BE49-F238E27FC236}">
                    <a16:creationId xmlns:a16="http://schemas.microsoft.com/office/drawing/2014/main" id="{B5857A42-75EB-4FF2-AF41-2D612A687D3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80000" flipH="1">
                <a:off x="7894554" y="58132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0" name="Straight Connector 299">
                <a:extLst>
                  <a:ext uri="{FF2B5EF4-FFF2-40B4-BE49-F238E27FC236}">
                    <a16:creationId xmlns:a16="http://schemas.microsoft.com/office/drawing/2014/main" id="{3FC449E1-9573-406B-A201-3E897E668A4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500000" flipH="1">
                <a:off x="7761419" y="63079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1" name="Straight Connector 300">
                <a:extLst>
                  <a:ext uri="{FF2B5EF4-FFF2-40B4-BE49-F238E27FC236}">
                    <a16:creationId xmlns:a16="http://schemas.microsoft.com/office/drawing/2014/main" id="{71001847-954F-46EC-97E7-E38732517B9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7636645" y="6898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2" name="Straight Connector 301">
                <a:extLst>
                  <a:ext uri="{FF2B5EF4-FFF2-40B4-BE49-F238E27FC236}">
                    <a16:creationId xmlns:a16="http://schemas.microsoft.com/office/drawing/2014/main" id="{F3B040FD-D427-4F90-8CFC-D4295224879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0" flipH="1">
                <a:off x="7511871" y="75119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3" name="Straight Connector 302">
                <a:extLst>
                  <a:ext uri="{FF2B5EF4-FFF2-40B4-BE49-F238E27FC236}">
                    <a16:creationId xmlns:a16="http://schemas.microsoft.com/office/drawing/2014/main" id="{975C627A-78ED-4D2B-9F9E-26BE2C0A750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20000" flipH="1">
                <a:off x="7387899" y="81977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4" name="Straight Connector 303">
                <a:extLst>
                  <a:ext uri="{FF2B5EF4-FFF2-40B4-BE49-F238E27FC236}">
                    <a16:creationId xmlns:a16="http://schemas.microsoft.com/office/drawing/2014/main" id="{2523831A-B9F1-40EF-B113-873BEFA6609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040000" flipH="1">
                <a:off x="7268530" y="8931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5" name="Straight Connector 304">
                <a:extLst>
                  <a:ext uri="{FF2B5EF4-FFF2-40B4-BE49-F238E27FC236}">
                    <a16:creationId xmlns:a16="http://schemas.microsoft.com/office/drawing/2014/main" id="{07483313-610C-403C-811D-EE70A78046D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7152030" y="9765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6" name="Straight Connector 305">
                <a:extLst>
                  <a:ext uri="{FF2B5EF4-FFF2-40B4-BE49-F238E27FC236}">
                    <a16:creationId xmlns:a16="http://schemas.microsoft.com/office/drawing/2014/main" id="{E1CE5A29-BB15-441C-B3CD-3D3EE2163DA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340000" flipH="1">
                <a:off x="7041695" y="10600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7" name="Straight Connector 306">
                <a:extLst>
                  <a:ext uri="{FF2B5EF4-FFF2-40B4-BE49-F238E27FC236}">
                    <a16:creationId xmlns:a16="http://schemas.microsoft.com/office/drawing/2014/main" id="{E476D005-3155-4DEF-88DE-068B497DED9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60000" flipH="1">
                <a:off x="6931360" y="114346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8" name="Straight Connector 307">
                <a:extLst>
                  <a:ext uri="{FF2B5EF4-FFF2-40B4-BE49-F238E27FC236}">
                    <a16:creationId xmlns:a16="http://schemas.microsoft.com/office/drawing/2014/main" id="{2628975E-6165-407B-8A45-7F23746BCC6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80000" flipH="1">
                <a:off x="6819070" y="123586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9" name="Straight Connector 308">
                <a:extLst>
                  <a:ext uri="{FF2B5EF4-FFF2-40B4-BE49-F238E27FC236}">
                    <a16:creationId xmlns:a16="http://schemas.microsoft.com/office/drawing/2014/main" id="{6A69F000-3171-47D5-8EFE-4F201716C0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6721359" y="133274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0" name="Straight Connector 309">
                <a:extLst>
                  <a:ext uri="{FF2B5EF4-FFF2-40B4-BE49-F238E27FC236}">
                    <a16:creationId xmlns:a16="http://schemas.microsoft.com/office/drawing/2014/main" id="{60092325-1C07-4FBC-9C9C-42244C9B9DC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80000" flipH="1">
                <a:off x="6617467" y="1429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1" name="Straight Connector 310">
                <a:extLst>
                  <a:ext uri="{FF2B5EF4-FFF2-40B4-BE49-F238E27FC236}">
                    <a16:creationId xmlns:a16="http://schemas.microsoft.com/office/drawing/2014/main" id="{2A33CB00-75FF-4DFF-9D6A-CEF5EA2E260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0" flipH="1">
                <a:off x="6520032" y="15272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2" name="Straight Connector 311">
                <a:extLst>
                  <a:ext uri="{FF2B5EF4-FFF2-40B4-BE49-F238E27FC236}">
                    <a16:creationId xmlns:a16="http://schemas.microsoft.com/office/drawing/2014/main" id="{139B85FF-580E-435C-8523-23A0352695B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120000" flipH="1">
                <a:off x="6429579" y="16416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3" name="Straight Connector 312">
                <a:extLst>
                  <a:ext uri="{FF2B5EF4-FFF2-40B4-BE49-F238E27FC236}">
                    <a16:creationId xmlns:a16="http://schemas.microsoft.com/office/drawing/2014/main" id="{C53E7419-AF0F-4B69-88BF-853EDC328C5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240000" flipH="1">
                <a:off x="6340532" y="1750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4" name="Straight Connector 313">
                <a:extLst>
                  <a:ext uri="{FF2B5EF4-FFF2-40B4-BE49-F238E27FC236}">
                    <a16:creationId xmlns:a16="http://schemas.microsoft.com/office/drawing/2014/main" id="{052C8AEF-9C9D-4737-BA0F-DBB3BF0C04C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420000" flipH="1">
                <a:off x="6261757" y="18601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5" name="Straight Connector 314">
                <a:extLst>
                  <a:ext uri="{FF2B5EF4-FFF2-40B4-BE49-F238E27FC236}">
                    <a16:creationId xmlns:a16="http://schemas.microsoft.com/office/drawing/2014/main" id="{6ADDDBC2-F0DB-4038-98D0-B38749D8C0E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540000" flipH="1">
                <a:off x="6184144" y="19796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6" name="Straight Connector 315">
                <a:extLst>
                  <a:ext uri="{FF2B5EF4-FFF2-40B4-BE49-F238E27FC236}">
                    <a16:creationId xmlns:a16="http://schemas.microsoft.com/office/drawing/2014/main" id="{E5F14C72-98E5-4A6C-BA03-5E105AA4D4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60000" flipH="1">
                <a:off x="6106531" y="20990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7" name="Straight Connector 316">
                <a:extLst>
                  <a:ext uri="{FF2B5EF4-FFF2-40B4-BE49-F238E27FC236}">
                    <a16:creationId xmlns:a16="http://schemas.microsoft.com/office/drawing/2014/main" id="{9ACEF013-464E-44D2-9B83-863E69077E1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780000" flipH="1">
                <a:off x="6043206" y="222255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8" name="Straight Connector 317">
                <a:extLst>
                  <a:ext uri="{FF2B5EF4-FFF2-40B4-BE49-F238E27FC236}">
                    <a16:creationId xmlns:a16="http://schemas.microsoft.com/office/drawing/2014/main" id="{3141F09F-05CE-4CE9-9F5A-861FBC31A8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960000" flipH="1">
                <a:off x="5978913" y="234430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9" name="Straight Connector 318">
                <a:extLst>
                  <a:ext uri="{FF2B5EF4-FFF2-40B4-BE49-F238E27FC236}">
                    <a16:creationId xmlns:a16="http://schemas.microsoft.com/office/drawing/2014/main" id="{7ED70A3C-4B21-4941-9F11-00A51A748A0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080000" flipH="1">
                <a:off x="5912438" y="24706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0" name="Straight Connector 319">
                <a:extLst>
                  <a:ext uri="{FF2B5EF4-FFF2-40B4-BE49-F238E27FC236}">
                    <a16:creationId xmlns:a16="http://schemas.microsoft.com/office/drawing/2014/main" id="{11927814-33EF-4FBA-95F7-4138C1C7CEC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0" flipH="1">
                <a:off x="5858875" y="260092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1" name="Straight Connector 320">
                <a:extLst>
                  <a:ext uri="{FF2B5EF4-FFF2-40B4-BE49-F238E27FC236}">
                    <a16:creationId xmlns:a16="http://schemas.microsoft.com/office/drawing/2014/main" id="{F4D2B900-3BAC-4EE3-AB6E-9F3212F4DCA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320000" flipH="1">
                <a:off x="5808182" y="273404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2" name="Straight Connector 321">
                <a:extLst>
                  <a:ext uri="{FF2B5EF4-FFF2-40B4-BE49-F238E27FC236}">
                    <a16:creationId xmlns:a16="http://schemas.microsoft.com/office/drawing/2014/main" id="{FB00017B-AD65-4759-8A6A-B03C70E07BA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500000" flipH="1">
                <a:off x="5773263" y="28668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3" name="Straight Connector 322">
                <a:extLst>
                  <a:ext uri="{FF2B5EF4-FFF2-40B4-BE49-F238E27FC236}">
                    <a16:creationId xmlns:a16="http://schemas.microsoft.com/office/drawing/2014/main" id="{22C4A8E2-640F-4D30-99EC-A2D2B0FD6E5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620000" flipH="1">
                <a:off x="5735963" y="300206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4" name="Straight Connector 323">
                <a:extLst>
                  <a:ext uri="{FF2B5EF4-FFF2-40B4-BE49-F238E27FC236}">
                    <a16:creationId xmlns:a16="http://schemas.microsoft.com/office/drawing/2014/main" id="{9492085E-DF05-4380-B8C2-93832478CFE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740000" flipH="1">
                <a:off x="5700105" y="31389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5" name="Straight Connector 324">
                <a:extLst>
                  <a:ext uri="{FF2B5EF4-FFF2-40B4-BE49-F238E27FC236}">
                    <a16:creationId xmlns:a16="http://schemas.microsoft.com/office/drawing/2014/main" id="{49750F82-33DB-42EE-B31F-CC5DE7EBA14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860000" flipH="1">
                <a:off x="5665939" y="327548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6" name="Straight Connector 325">
                <a:extLst>
                  <a:ext uri="{FF2B5EF4-FFF2-40B4-BE49-F238E27FC236}">
                    <a16:creationId xmlns:a16="http://schemas.microsoft.com/office/drawing/2014/main" id="{60B9848F-8B4C-4440-9BF6-98A4F3F72C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040000" flipH="1">
                <a:off x="5644476" y="341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7" name="Straight Connector 326">
                <a:extLst>
                  <a:ext uri="{FF2B5EF4-FFF2-40B4-BE49-F238E27FC236}">
                    <a16:creationId xmlns:a16="http://schemas.microsoft.com/office/drawing/2014/main" id="{E7AA0900-78F5-4163-807F-3DEE6DCBB10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160000" flipH="1">
                <a:off x="5626530" y="3554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8" name="Straight Connector 327">
                <a:extLst>
                  <a:ext uri="{FF2B5EF4-FFF2-40B4-BE49-F238E27FC236}">
                    <a16:creationId xmlns:a16="http://schemas.microsoft.com/office/drawing/2014/main" id="{0F627689-9632-474B-B3A8-EC1A82A36E6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280000" flipH="1">
                <a:off x="5616429" y="36918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9" name="Straight Connector 328">
                <a:extLst>
                  <a:ext uri="{FF2B5EF4-FFF2-40B4-BE49-F238E27FC236}">
                    <a16:creationId xmlns:a16="http://schemas.microsoft.com/office/drawing/2014/main" id="{71C6CB03-F81D-48A2-BF05-98D4EF2CC2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0" flipH="1">
                <a:off x="5611319" y="38353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0" name="Straight Connector 329">
                <a:extLst>
                  <a:ext uri="{FF2B5EF4-FFF2-40B4-BE49-F238E27FC236}">
                    <a16:creationId xmlns:a16="http://schemas.microsoft.com/office/drawing/2014/main" id="{12FB4D2F-4789-48A1-A4AA-F318ED2BA5B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580000" flipH="1">
                <a:off x="5608540" y="397572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1" name="Straight Connector 330">
                <a:extLst>
                  <a:ext uri="{FF2B5EF4-FFF2-40B4-BE49-F238E27FC236}">
                    <a16:creationId xmlns:a16="http://schemas.microsoft.com/office/drawing/2014/main" id="{64B8907A-2A80-490C-AACF-678CA6DE19D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700000" flipH="1">
                <a:off x="5605761" y="41160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2" name="Straight Connector 331">
                <a:extLst>
                  <a:ext uri="{FF2B5EF4-FFF2-40B4-BE49-F238E27FC236}">
                    <a16:creationId xmlns:a16="http://schemas.microsoft.com/office/drawing/2014/main" id="{A175CCF3-4796-4C76-A92E-B495335FB45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820000" flipH="1">
                <a:off x="5624195" y="425421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3" name="Straight Connector 332">
                <a:extLst>
                  <a:ext uri="{FF2B5EF4-FFF2-40B4-BE49-F238E27FC236}">
                    <a16:creationId xmlns:a16="http://schemas.microsoft.com/office/drawing/2014/main" id="{8CFC6D15-64F3-449C-8C0B-3FCB2976D26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940000" flipH="1">
                <a:off x="5642629" y="43923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4" name="Straight Connector 333">
                <a:extLst>
                  <a:ext uri="{FF2B5EF4-FFF2-40B4-BE49-F238E27FC236}">
                    <a16:creationId xmlns:a16="http://schemas.microsoft.com/office/drawing/2014/main" id="{008AA4A6-DD28-4235-AAE3-CC28DF83430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120000" flipH="1">
                <a:off x="5654818" y="45363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5" name="Straight Connector 334">
                <a:extLst>
                  <a:ext uri="{FF2B5EF4-FFF2-40B4-BE49-F238E27FC236}">
                    <a16:creationId xmlns:a16="http://schemas.microsoft.com/office/drawing/2014/main" id="{3D393E8B-AAB8-4606-A4FA-815EDABDD1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240000" flipH="1">
                <a:off x="5684446" y="467136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6" name="Straight Connector 335">
                <a:extLst>
                  <a:ext uri="{FF2B5EF4-FFF2-40B4-BE49-F238E27FC236}">
                    <a16:creationId xmlns:a16="http://schemas.microsoft.com/office/drawing/2014/main" id="{8BA7B770-7EB6-4AC1-B028-9C45DEE440E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360000" flipH="1">
                <a:off x="5714074" y="48087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7" name="Straight Connector 336">
                <a:extLst>
                  <a:ext uri="{FF2B5EF4-FFF2-40B4-BE49-F238E27FC236}">
                    <a16:creationId xmlns:a16="http://schemas.microsoft.com/office/drawing/2014/main" id="{D87B822C-3951-4E65-A45D-7160FAC3FD0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480000" flipH="1">
                <a:off x="5748464" y="49484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8" name="Straight Connector 337">
                <a:extLst>
                  <a:ext uri="{FF2B5EF4-FFF2-40B4-BE49-F238E27FC236}">
                    <a16:creationId xmlns:a16="http://schemas.microsoft.com/office/drawing/2014/main" id="{54B9CDF0-DC54-4868-B60A-6840FDE6A29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60000" flipH="1">
                <a:off x="5792091" y="507760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9" name="Straight Connector 338">
                <a:extLst>
                  <a:ext uri="{FF2B5EF4-FFF2-40B4-BE49-F238E27FC236}">
                    <a16:creationId xmlns:a16="http://schemas.microsoft.com/office/drawing/2014/main" id="{3706BEC8-029B-4E0F-A55F-A552E1DE26C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780000" flipH="1">
                <a:off x="5847441" y="52112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40" name="Straight Connector 339">
                <a:extLst>
                  <a:ext uri="{FF2B5EF4-FFF2-40B4-BE49-F238E27FC236}">
                    <a16:creationId xmlns:a16="http://schemas.microsoft.com/office/drawing/2014/main" id="{25EBA5EB-4807-4E96-BA08-B6B74AE0405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900000" flipH="1">
                <a:off x="5900410" y="53424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41" name="Straight Connector 340">
                <a:extLst>
                  <a:ext uri="{FF2B5EF4-FFF2-40B4-BE49-F238E27FC236}">
                    <a16:creationId xmlns:a16="http://schemas.microsoft.com/office/drawing/2014/main" id="{5548885E-CABE-42B5-B06A-1E6B9B19811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020000" flipH="1">
                <a:off x="5955760" y="547369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grpSp>
      </p:grpSp>
      <p:pic>
        <p:nvPicPr>
          <p:cNvPr id="7" name="Picture 6" descr="abstract image of light dots">
            <a:extLst>
              <a:ext uri="{FF2B5EF4-FFF2-40B4-BE49-F238E27FC236}">
                <a16:creationId xmlns:a16="http://schemas.microsoft.com/office/drawing/2014/main" id="{FE6C54C5-D2F4-48F8-B65E-7506F07BCCF3}"/>
              </a:ext>
            </a:extLst>
          </p:cNvPr>
          <p:cNvPicPr>
            <a:picLocks noChangeAspect="1"/>
          </p:cNvPicPr>
          <p:nvPr/>
        </p:nvPicPr>
        <p:blipFill rotWithShape="1">
          <a:blip r:embed="rId5"/>
          <a:srcRect l="23268" r="4773" b="-1"/>
          <a:stretch/>
        </p:blipFill>
        <p:spPr>
          <a:xfrm>
            <a:off x="8055588" y="-3863"/>
            <a:ext cx="4132754" cy="3445946"/>
          </a:xfrm>
          <a:custGeom>
            <a:avLst/>
            <a:gdLst>
              <a:gd name="connsiteX0" fmla="*/ 303228 w 4638368"/>
              <a:gd name="connsiteY0" fmla="*/ 0 h 3867534"/>
              <a:gd name="connsiteX1" fmla="*/ 4638368 w 4638368"/>
              <a:gd name="connsiteY1" fmla="*/ 0 h 3867534"/>
              <a:gd name="connsiteX2" fmla="*/ 4638368 w 4638368"/>
              <a:gd name="connsiteY2" fmla="*/ 2952747 h 3867534"/>
              <a:gd name="connsiteX3" fmla="*/ 4585825 w 4638368"/>
              <a:gd name="connsiteY3" fmla="*/ 3013864 h 3867534"/>
              <a:gd name="connsiteX4" fmla="*/ 2641346 w 4638368"/>
              <a:gd name="connsiteY4" fmla="*/ 3867534 h 3867534"/>
              <a:gd name="connsiteX5" fmla="*/ 0 w 4638368"/>
              <a:gd name="connsiteY5" fmla="*/ 1226188 h 3867534"/>
              <a:gd name="connsiteX6" fmla="*/ 260466 w 4638368"/>
              <a:gd name="connsiteY6" fmla="*/ 81056 h 3867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38368" h="3867534">
                <a:moveTo>
                  <a:pt x="303228" y="0"/>
                </a:moveTo>
                <a:lnTo>
                  <a:pt x="4638368" y="0"/>
                </a:lnTo>
                <a:lnTo>
                  <a:pt x="4638368" y="2952747"/>
                </a:lnTo>
                <a:lnTo>
                  <a:pt x="4585825" y="3013864"/>
                </a:lnTo>
                <a:cubicBezTo>
                  <a:pt x="4103088" y="3538671"/>
                  <a:pt x="3410622" y="3867534"/>
                  <a:pt x="2641346" y="3867534"/>
                </a:cubicBezTo>
                <a:cubicBezTo>
                  <a:pt x="1182571" y="3867534"/>
                  <a:pt x="0" y="2684963"/>
                  <a:pt x="0" y="1226188"/>
                </a:cubicBezTo>
                <a:cubicBezTo>
                  <a:pt x="0" y="815907"/>
                  <a:pt x="93544" y="427475"/>
                  <a:pt x="260466" y="81056"/>
                </a:cubicBezTo>
                <a:close/>
              </a:path>
            </a:pathLst>
          </a:custGeom>
        </p:spPr>
      </p:pic>
      <p:sp>
        <p:nvSpPr>
          <p:cNvPr id="6" name="Content Placeholder 5">
            <a:extLst>
              <a:ext uri="{FF2B5EF4-FFF2-40B4-BE49-F238E27FC236}">
                <a16:creationId xmlns:a16="http://schemas.microsoft.com/office/drawing/2014/main" id="{ABFEB41B-7A61-2EE2-CB02-A1D961E09102}"/>
              </a:ext>
            </a:extLst>
          </p:cNvPr>
          <p:cNvSpPr>
            <a:spLocks noGrp="1"/>
          </p:cNvSpPr>
          <p:nvPr>
            <p:ph idx="1"/>
          </p:nvPr>
        </p:nvSpPr>
        <p:spPr>
          <a:xfrm>
            <a:off x="538764" y="2149823"/>
            <a:ext cx="10131425" cy="2850418"/>
          </a:xfrm>
        </p:spPr>
        <p:txBody>
          <a:bodyPr>
            <a:noAutofit/>
          </a:bodyPr>
          <a:lstStyle/>
          <a:p>
            <a:pPr marL="0" indent="0">
              <a:lnSpc>
                <a:spcPct val="160000"/>
              </a:lnSpc>
              <a:buNone/>
            </a:pPr>
            <a:r>
              <a:rPr lang="en-US" dirty="0"/>
              <a:t>Each generation of mobile technology, commonly referred to as "G" (generation), brings significant advancements in wireless communication and mobile network capabilities. . The transition from 4G to 5G is particularly significant, as it opens up new possibilities for technologies like augmented reality (AR), virtual reality (VR), and the Internet of Things (IoT) that require ultra-fast and low-latency connections. The evolution of mobile technology has not only transformed how we communicate but has also enabled an array of new services and applications that have reshaped various industries and aspects of daily life.</a:t>
            </a:r>
          </a:p>
        </p:txBody>
      </p:sp>
    </p:spTree>
    <p:extLst>
      <p:ext uri="{BB962C8B-B14F-4D97-AF65-F5344CB8AC3E}">
        <p14:creationId xmlns:p14="http://schemas.microsoft.com/office/powerpoint/2010/main" val="29138249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8652B-B439-4AB5-8773-417F1E05177E}"/>
              </a:ext>
            </a:extLst>
          </p:cNvPr>
          <p:cNvSpPr>
            <a:spLocks noGrp="1"/>
          </p:cNvSpPr>
          <p:nvPr>
            <p:ph type="title"/>
          </p:nvPr>
        </p:nvSpPr>
        <p:spPr>
          <a:xfrm>
            <a:off x="1155856" y="609601"/>
            <a:ext cx="5757562" cy="673768"/>
          </a:xfrm>
        </p:spPr>
        <p:txBody>
          <a:bodyPr>
            <a:noAutofit/>
          </a:bodyPr>
          <a:lstStyle/>
          <a:p>
            <a:pPr marR="0" lvl="0">
              <a:lnSpc>
                <a:spcPct val="107000"/>
              </a:lnSpc>
              <a:spcBef>
                <a:spcPts val="0"/>
              </a:spcBef>
              <a:spcAft>
                <a:spcPts val="800"/>
              </a:spcAft>
              <a:tabLst>
                <a:tab pos="457200" algn="l"/>
              </a:tabLst>
            </a:pPr>
            <a:r>
              <a:rPr lang="en-US" b="1" kern="100" dirty="0">
                <a:effectLst/>
                <a:latin typeface="Calibri" panose="020F0502020204030204" pitchFamily="34" charset="0"/>
                <a:ea typeface="Calibri" panose="020F0502020204030204" pitchFamily="34" charset="0"/>
                <a:cs typeface="Times New Roman" panose="02020603050405020304" pitchFamily="18" charset="0"/>
              </a:rPr>
              <a:t>1G (First Generation)</a:t>
            </a:r>
            <a:r>
              <a:rPr lang="en-US" kern="100" dirty="0">
                <a:effectLst/>
                <a:latin typeface="Calibri" panose="020F0502020204030204" pitchFamily="34" charset="0"/>
                <a:ea typeface="Calibri" panose="020F0502020204030204" pitchFamily="34" charset="0"/>
                <a:cs typeface="Times New Roman" panose="02020603050405020304" pitchFamily="18" charset="0"/>
              </a:rPr>
              <a:t>:</a:t>
            </a:r>
          </a:p>
        </p:txBody>
      </p:sp>
      <p:sp>
        <p:nvSpPr>
          <p:cNvPr id="4" name="Content Placeholder 3">
            <a:extLst>
              <a:ext uri="{FF2B5EF4-FFF2-40B4-BE49-F238E27FC236}">
                <a16:creationId xmlns:a16="http://schemas.microsoft.com/office/drawing/2014/main" id="{E16A46F5-E216-5063-F8A2-220A162E4112}"/>
              </a:ext>
            </a:extLst>
          </p:cNvPr>
          <p:cNvSpPr>
            <a:spLocks noGrp="1"/>
          </p:cNvSpPr>
          <p:nvPr>
            <p:ph idx="1"/>
          </p:nvPr>
        </p:nvSpPr>
        <p:spPr>
          <a:xfrm>
            <a:off x="685803" y="1759527"/>
            <a:ext cx="5049980" cy="4488872"/>
          </a:xfrm>
        </p:spPr>
        <p:txBody>
          <a:bodyPr>
            <a:normAutofit/>
          </a:bodyPr>
          <a:lstStyle/>
          <a:p>
            <a:pPr marL="457200" marR="0" lvl="1" indent="0">
              <a:lnSpc>
                <a:spcPct val="107000"/>
              </a:lnSpc>
              <a:spcBef>
                <a:spcPts val="0"/>
              </a:spcBef>
              <a:spcAft>
                <a:spcPts val="800"/>
              </a:spcAft>
              <a:buSzPts val="1000"/>
              <a:buNone/>
              <a:tabLst>
                <a:tab pos="914400" algn="l"/>
              </a:tabLs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1G marked the first generation of analog cellular networks.</a:t>
            </a:r>
          </a:p>
          <a:p>
            <a:pPr marL="742950" marR="0" lvl="1" indent="-285750">
              <a:lnSpc>
                <a:spcPct val="107000"/>
              </a:lnSpc>
              <a:spcBef>
                <a:spcPts val="0"/>
              </a:spcBef>
              <a:spcAft>
                <a:spcPts val="800"/>
              </a:spcAft>
              <a:buSzPts val="1000"/>
              <a:buFont typeface="Symbol" panose="05050102010706020507" pitchFamily="18" charset="2"/>
              <a:buChar char=""/>
              <a:tabLst>
                <a:tab pos="914400" algn="l"/>
              </a:tabLst>
            </a:pPr>
            <a:r>
              <a:rPr lang="en-US" b="1" kern="100" dirty="0">
                <a:effectLst/>
                <a:latin typeface="Calibri" panose="020F0502020204030204" pitchFamily="34" charset="0"/>
                <a:ea typeface="Calibri" panose="020F0502020204030204" pitchFamily="34" charset="0"/>
                <a:cs typeface="Times New Roman" panose="02020603050405020304" pitchFamily="18" charset="0"/>
              </a:rPr>
              <a:t>Key Features:</a:t>
            </a:r>
            <a:r>
              <a:rPr lang="en-US" sz="1600" b="1" kern="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lnSpc>
                <a:spcPct val="107000"/>
              </a:lnSpc>
              <a:spcBef>
                <a:spcPts val="0"/>
              </a:spcBef>
              <a:spcAft>
                <a:spcPts val="800"/>
              </a:spcAft>
              <a:buSzPts val="1000"/>
              <a:buFont typeface="Symbol" panose="05050102010706020507" pitchFamily="18" charset="2"/>
              <a:buChar char=""/>
              <a:tabLst>
                <a:tab pos="1371600" algn="l"/>
              </a:tabLst>
            </a:pPr>
            <a:r>
              <a:rPr lang="en-US" sz="1600" kern="100" dirty="0">
                <a:latin typeface="Calibri" panose="020F0502020204030204" pitchFamily="34" charset="0"/>
                <a:ea typeface="Calibri" panose="020F0502020204030204" pitchFamily="34" charset="0"/>
                <a:cs typeface="Times New Roman" panose="02020603050405020304" pitchFamily="18" charset="0"/>
              </a:rPr>
              <a:t>First commercial cellular system</a:t>
            </a: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a:t>
            </a:r>
          </a:p>
          <a:p>
            <a:pPr marL="1143000" marR="0" lvl="2" indent="-228600">
              <a:lnSpc>
                <a:spcPct val="107000"/>
              </a:lnSpc>
              <a:spcBef>
                <a:spcPts val="0"/>
              </a:spcBef>
              <a:spcAft>
                <a:spcPts val="800"/>
              </a:spcAft>
              <a:buSzPts val="1000"/>
              <a:buFont typeface="Symbol" panose="05050102010706020507" pitchFamily="18" charset="2"/>
              <a:buChar char=""/>
              <a:tabLst>
                <a:tab pos="1371600" algn="l"/>
              </a:tabLst>
            </a:pPr>
            <a:r>
              <a:rPr lang="en-US" sz="1600" kern="100" dirty="0">
                <a:latin typeface="Calibri" panose="020F0502020204030204" pitchFamily="34" charset="0"/>
                <a:ea typeface="Calibri" panose="020F0502020204030204" pitchFamily="34" charset="0"/>
                <a:cs typeface="Times New Roman" panose="02020603050405020304" pitchFamily="18" charset="0"/>
              </a:rPr>
              <a:t>Ability to reuse frequencies and hand off calls between cells.</a:t>
            </a:r>
          </a:p>
          <a:p>
            <a:pPr marL="1143000" lvl="2" indent="-228600">
              <a:lnSpc>
                <a:spcPct val="107000"/>
              </a:lnSpc>
              <a:spcAft>
                <a:spcPts val="800"/>
              </a:spcAft>
              <a:buSzPts val="1000"/>
              <a:buFont typeface="Symbol" panose="05050102010706020507" pitchFamily="18" charset="2"/>
              <a:buChar char=""/>
              <a:tabLst>
                <a:tab pos="1371600" algn="l"/>
              </a:tabLst>
            </a:pPr>
            <a:r>
              <a:rPr lang="en-US" sz="1600" kern="100" dirty="0">
                <a:latin typeface="Calibri" panose="020F0502020204030204" pitchFamily="34" charset="0"/>
                <a:ea typeface="Calibri" panose="020F0502020204030204" pitchFamily="34" charset="0"/>
                <a:cs typeface="Times New Roman" panose="02020603050405020304" pitchFamily="18" charset="0"/>
              </a:rPr>
              <a:t>Low data transmission capabilities.</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914400" marR="0" lvl="2" indent="0">
              <a:lnSpc>
                <a:spcPct val="107000"/>
              </a:lnSpc>
              <a:spcBef>
                <a:spcPts val="0"/>
              </a:spcBef>
              <a:spcAft>
                <a:spcPts val="800"/>
              </a:spcAft>
              <a:buSzPts val="1000"/>
              <a:buNone/>
              <a:tabLst>
                <a:tab pos="1371600" algn="l"/>
              </a:tabLst>
            </a:pPr>
            <a:endParaRPr lang="en-US" sz="1600" kern="100" dirty="0">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Symbol" panose="05050102010706020507" pitchFamily="18" charset="2"/>
              <a:buChar char=""/>
              <a:tabLst>
                <a:tab pos="914400" algn="l"/>
              </a:tabLst>
            </a:pPr>
            <a:r>
              <a:rPr lang="en-US" b="1" kern="100" dirty="0">
                <a:effectLst/>
                <a:latin typeface="Calibri" panose="020F0502020204030204" pitchFamily="34" charset="0"/>
                <a:ea typeface="Calibri" panose="020F0502020204030204" pitchFamily="34" charset="0"/>
                <a:cs typeface="Times New Roman" panose="02020603050405020304" pitchFamily="18" charset="0"/>
              </a:rPr>
              <a:t>Security Challenges:</a:t>
            </a:r>
          </a:p>
          <a:p>
            <a:pPr marL="1143000" marR="0" lvl="2" indent="-228600">
              <a:lnSpc>
                <a:spcPct val="107000"/>
              </a:lnSpc>
              <a:spcBef>
                <a:spcPts val="0"/>
              </a:spcBef>
              <a:spcAft>
                <a:spcPts val="800"/>
              </a:spcAft>
              <a:buSzPts val="1000"/>
              <a:buFont typeface="Symbol" panose="05050102010706020507" pitchFamily="18" charset="2"/>
              <a:buChar char=""/>
              <a:tabLst>
                <a:tab pos="1371600" algn="l"/>
              </a:tabLst>
            </a:pP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Vulnerable to interference.</a:t>
            </a:r>
          </a:p>
          <a:p>
            <a:pPr marL="1143000" marR="0" lvl="2" indent="-228600">
              <a:lnSpc>
                <a:spcPct val="107000"/>
              </a:lnSpc>
              <a:spcBef>
                <a:spcPts val="0"/>
              </a:spcBef>
              <a:spcAft>
                <a:spcPts val="800"/>
              </a:spcAft>
              <a:buSzPts val="1000"/>
              <a:buFont typeface="Symbol" panose="05050102010706020507" pitchFamily="18" charset="2"/>
              <a:buChar char=""/>
              <a:tabLst>
                <a:tab pos="1371600" algn="l"/>
              </a:tabLst>
            </a:pP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Vulnerable to eavesdropping.</a:t>
            </a:r>
          </a:p>
          <a:p>
            <a:pPr marL="1143000" marR="0" lvl="2" indent="-228600">
              <a:lnSpc>
                <a:spcPct val="107000"/>
              </a:lnSpc>
              <a:spcBef>
                <a:spcPts val="0"/>
              </a:spcBef>
              <a:spcAft>
                <a:spcPts val="800"/>
              </a:spcAft>
              <a:buSzPts val="1000"/>
              <a:buFont typeface="Symbol" panose="05050102010706020507" pitchFamily="18" charset="2"/>
              <a:buChar char=""/>
              <a:tabLst>
                <a:tab pos="1371600" algn="l"/>
              </a:tabLst>
            </a:pPr>
            <a:r>
              <a:rPr lang="en-US" sz="1600" kern="100" dirty="0">
                <a:latin typeface="Calibri" panose="020F0502020204030204" pitchFamily="34" charset="0"/>
                <a:ea typeface="Calibri" panose="020F0502020204030204" pitchFamily="34" charset="0"/>
                <a:cs typeface="Times New Roman" panose="02020603050405020304" pitchFamily="18" charset="0"/>
              </a:rPr>
              <a:t>Easy to Clone</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1143000" marR="0" lvl="2" indent="-228600">
              <a:lnSpc>
                <a:spcPct val="107000"/>
              </a:lnSpc>
              <a:spcBef>
                <a:spcPts val="0"/>
              </a:spcBef>
              <a:spcAft>
                <a:spcPts val="800"/>
              </a:spcAft>
              <a:buSzPts val="1000"/>
              <a:buFont typeface="Symbol" panose="05050102010706020507" pitchFamily="18" charset="2"/>
              <a:buChar char=""/>
              <a:tabLst>
                <a:tab pos="1371600" algn="l"/>
              </a:tabLst>
            </a:pP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Content Placeholder 3">
            <a:extLst>
              <a:ext uri="{FF2B5EF4-FFF2-40B4-BE49-F238E27FC236}">
                <a16:creationId xmlns:a16="http://schemas.microsoft.com/office/drawing/2014/main" id="{DE9F262D-4071-BDBD-CC1B-8A7E7118E7EA}"/>
              </a:ext>
            </a:extLst>
          </p:cNvPr>
          <p:cNvSpPr txBox="1">
            <a:spLocks/>
          </p:cNvSpPr>
          <p:nvPr/>
        </p:nvSpPr>
        <p:spPr>
          <a:xfrm>
            <a:off x="6095999" y="1932710"/>
            <a:ext cx="5223165" cy="1482435"/>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457200" lvl="1" indent="0">
              <a:lnSpc>
                <a:spcPct val="107000"/>
              </a:lnSpc>
              <a:spcAft>
                <a:spcPts val="800"/>
              </a:spcAft>
              <a:buSzPts val="1000"/>
              <a:buFont typeface="Arial"/>
              <a:buNone/>
              <a:tabLst>
                <a:tab pos="914400" algn="l"/>
              </a:tabLst>
            </a:pPr>
            <a:r>
              <a:rPr lang="en-US" b="1" kern="100" dirty="0">
                <a:latin typeface="Calibri" panose="020F0502020204030204" pitchFamily="34" charset="0"/>
                <a:ea typeface="Calibri" panose="020F0502020204030204" pitchFamily="34" charset="0"/>
                <a:cs typeface="Times New Roman" panose="02020603050405020304" pitchFamily="18" charset="0"/>
              </a:rPr>
              <a:t>How these security challenges have been addressed</a:t>
            </a:r>
            <a:r>
              <a:rPr lang="en-US" kern="100" dirty="0">
                <a:latin typeface="Calibri" panose="020F0502020204030204" pitchFamily="34" charset="0"/>
                <a:ea typeface="Calibri" panose="020F0502020204030204" pitchFamily="34" charset="0"/>
                <a:cs typeface="Times New Roman" panose="02020603050405020304" pitchFamily="18" charset="0"/>
              </a:rPr>
              <a:t>:</a:t>
            </a:r>
          </a:p>
          <a:p>
            <a:pPr marL="1143000" lvl="2" indent="-228600">
              <a:lnSpc>
                <a:spcPct val="107000"/>
              </a:lnSpc>
              <a:spcAft>
                <a:spcPts val="800"/>
              </a:spcAft>
              <a:buSzPts val="1000"/>
              <a:buFont typeface="Symbol" panose="05050102010706020507" pitchFamily="18" charset="2"/>
              <a:buChar char=""/>
              <a:tabLst>
                <a:tab pos="1371600" algn="l"/>
              </a:tabLst>
            </a:pPr>
            <a:r>
              <a:rPr lang="en-US" sz="1600" kern="100" dirty="0">
                <a:latin typeface="Calibri" panose="020F0502020204030204" pitchFamily="34" charset="0"/>
                <a:ea typeface="Calibri" panose="020F0502020204030204" pitchFamily="34" charset="0"/>
                <a:cs typeface="Times New Roman" panose="02020603050405020304" pitchFamily="18" charset="0"/>
              </a:rPr>
              <a:t>Conversion from analog to digital</a:t>
            </a:r>
          </a:p>
          <a:p>
            <a:pPr marL="1143000" lvl="2" indent="-228600">
              <a:lnSpc>
                <a:spcPct val="107000"/>
              </a:lnSpc>
              <a:spcAft>
                <a:spcPts val="800"/>
              </a:spcAft>
              <a:buSzPts val="1000"/>
              <a:buFont typeface="Symbol" panose="05050102010706020507" pitchFamily="18" charset="2"/>
              <a:buChar char=""/>
              <a:tabLst>
                <a:tab pos="1371600" algn="l"/>
              </a:tabLst>
            </a:pPr>
            <a:r>
              <a:rPr lang="en-US" sz="1600" kern="100" dirty="0">
                <a:latin typeface="Calibri" panose="020F0502020204030204" pitchFamily="34" charset="0"/>
                <a:ea typeface="Calibri" panose="020F0502020204030204" pitchFamily="34" charset="0"/>
                <a:cs typeface="Times New Roman" panose="02020603050405020304" pitchFamily="18" charset="0"/>
              </a:rPr>
              <a:t>Introduction of SIM cards</a:t>
            </a:r>
          </a:p>
        </p:txBody>
      </p:sp>
    </p:spTree>
    <p:extLst>
      <p:ext uri="{BB962C8B-B14F-4D97-AF65-F5344CB8AC3E}">
        <p14:creationId xmlns:p14="http://schemas.microsoft.com/office/powerpoint/2010/main" val="1429390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8652B-B439-4AB5-8773-417F1E05177E}"/>
              </a:ext>
            </a:extLst>
          </p:cNvPr>
          <p:cNvSpPr>
            <a:spLocks noGrp="1"/>
          </p:cNvSpPr>
          <p:nvPr>
            <p:ph type="title"/>
          </p:nvPr>
        </p:nvSpPr>
        <p:spPr>
          <a:xfrm>
            <a:off x="1155855" y="609601"/>
            <a:ext cx="5771417" cy="673768"/>
          </a:xfrm>
        </p:spPr>
        <p:txBody>
          <a:bodyPr>
            <a:noAutofit/>
          </a:bodyPr>
          <a:lstStyle/>
          <a:p>
            <a:pPr marR="0" lvl="0">
              <a:lnSpc>
                <a:spcPct val="107000"/>
              </a:lnSpc>
              <a:spcBef>
                <a:spcPts val="0"/>
              </a:spcBef>
              <a:spcAft>
                <a:spcPts val="800"/>
              </a:spcAft>
              <a:tabLst>
                <a:tab pos="457200" algn="l"/>
              </a:tabLst>
            </a:pPr>
            <a:r>
              <a:rPr lang="en-US" b="1" kern="100" dirty="0">
                <a:latin typeface="Calibri" panose="020F0502020204030204" pitchFamily="34" charset="0"/>
                <a:ea typeface="Calibri" panose="020F0502020204030204" pitchFamily="34" charset="0"/>
                <a:cs typeface="Times New Roman" panose="02020603050405020304" pitchFamily="18" charset="0"/>
              </a:rPr>
              <a:t>2</a:t>
            </a:r>
            <a:r>
              <a:rPr lang="en-US" b="1" kern="100" dirty="0">
                <a:effectLst/>
                <a:latin typeface="Calibri" panose="020F0502020204030204" pitchFamily="34" charset="0"/>
                <a:ea typeface="Calibri" panose="020F0502020204030204" pitchFamily="34" charset="0"/>
                <a:cs typeface="Times New Roman" panose="02020603050405020304" pitchFamily="18" charset="0"/>
              </a:rPr>
              <a:t>G (</a:t>
            </a:r>
            <a:r>
              <a:rPr lang="en-US" b="1" kern="100" dirty="0">
                <a:latin typeface="Calibri" panose="020F0502020204030204" pitchFamily="34" charset="0"/>
                <a:ea typeface="Calibri" panose="020F0502020204030204" pitchFamily="34" charset="0"/>
                <a:cs typeface="Times New Roman" panose="02020603050405020304" pitchFamily="18" charset="0"/>
              </a:rPr>
              <a:t>second</a:t>
            </a:r>
            <a:r>
              <a:rPr lang="en-US" b="1" kern="100" dirty="0">
                <a:effectLst/>
                <a:latin typeface="Calibri" panose="020F0502020204030204" pitchFamily="34" charset="0"/>
                <a:ea typeface="Calibri" panose="020F0502020204030204" pitchFamily="34" charset="0"/>
                <a:cs typeface="Times New Roman" panose="02020603050405020304" pitchFamily="18" charset="0"/>
              </a:rPr>
              <a:t> Generation)</a:t>
            </a:r>
            <a:r>
              <a:rPr lang="en-US" kern="100" dirty="0">
                <a:effectLst/>
                <a:latin typeface="Calibri" panose="020F0502020204030204" pitchFamily="34" charset="0"/>
                <a:ea typeface="Calibri" panose="020F0502020204030204" pitchFamily="34" charset="0"/>
                <a:cs typeface="Times New Roman" panose="02020603050405020304" pitchFamily="18" charset="0"/>
              </a:rPr>
              <a:t>:</a:t>
            </a:r>
          </a:p>
        </p:txBody>
      </p:sp>
      <p:sp>
        <p:nvSpPr>
          <p:cNvPr id="4" name="Content Placeholder 3">
            <a:extLst>
              <a:ext uri="{FF2B5EF4-FFF2-40B4-BE49-F238E27FC236}">
                <a16:creationId xmlns:a16="http://schemas.microsoft.com/office/drawing/2014/main" id="{E16A46F5-E216-5063-F8A2-220A162E4112}"/>
              </a:ext>
            </a:extLst>
          </p:cNvPr>
          <p:cNvSpPr>
            <a:spLocks noGrp="1"/>
          </p:cNvSpPr>
          <p:nvPr>
            <p:ph idx="1"/>
          </p:nvPr>
        </p:nvSpPr>
        <p:spPr>
          <a:xfrm>
            <a:off x="685802" y="1676400"/>
            <a:ext cx="5410199" cy="4488872"/>
          </a:xfrm>
        </p:spPr>
        <p:txBody>
          <a:bodyPr>
            <a:normAutofit/>
          </a:bodyPr>
          <a:lstStyle/>
          <a:p>
            <a:pPr marL="457200" marR="0" lvl="1" indent="0">
              <a:lnSpc>
                <a:spcPct val="107000"/>
              </a:lnSpc>
              <a:spcBef>
                <a:spcPts val="0"/>
              </a:spcBef>
              <a:spcAft>
                <a:spcPts val="800"/>
              </a:spcAft>
              <a:buSzPts val="1000"/>
              <a:buNone/>
              <a:tabLst>
                <a:tab pos="914400" algn="l"/>
              </a:tabLs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2G introduced digital cellular networks, which provided significant improvements over 1G.</a:t>
            </a:r>
          </a:p>
          <a:p>
            <a:pPr marL="742950" marR="0" lvl="1" indent="-285750">
              <a:lnSpc>
                <a:spcPct val="107000"/>
              </a:lnSpc>
              <a:spcBef>
                <a:spcPts val="0"/>
              </a:spcBef>
              <a:spcAft>
                <a:spcPts val="800"/>
              </a:spcAft>
              <a:buSzPts val="1000"/>
              <a:buFont typeface="Symbol" panose="05050102010706020507" pitchFamily="18" charset="2"/>
              <a:buChar char=""/>
              <a:tabLst>
                <a:tab pos="914400" algn="l"/>
              </a:tabLst>
            </a:pPr>
            <a:r>
              <a:rPr lang="en-US" b="1" kern="100" dirty="0">
                <a:effectLst/>
                <a:latin typeface="Calibri" panose="020F0502020204030204" pitchFamily="34" charset="0"/>
                <a:ea typeface="Calibri" panose="020F0502020204030204" pitchFamily="34" charset="0"/>
                <a:cs typeface="Times New Roman" panose="02020603050405020304" pitchFamily="18" charset="0"/>
              </a:rPr>
              <a:t>Key Features:</a:t>
            </a:r>
          </a:p>
          <a:p>
            <a:pPr marL="1143000" marR="0" lvl="2" indent="-228600">
              <a:lnSpc>
                <a:spcPct val="107000"/>
              </a:lnSpc>
              <a:spcBef>
                <a:spcPts val="0"/>
              </a:spcBef>
              <a:spcAft>
                <a:spcPts val="800"/>
              </a:spcAft>
              <a:buSzPts val="1000"/>
              <a:buFont typeface="Symbol" panose="05050102010706020507" pitchFamily="18" charset="2"/>
              <a:buChar char=""/>
              <a:tabLst>
                <a:tab pos="1371600" algn="l"/>
              </a:tabLst>
            </a:pP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Introduction of SIM cards</a:t>
            </a:r>
          </a:p>
          <a:p>
            <a:pPr marL="1143000" marR="0" lvl="2" indent="-228600">
              <a:lnSpc>
                <a:spcPct val="107000"/>
              </a:lnSpc>
              <a:spcBef>
                <a:spcPts val="0"/>
              </a:spcBef>
              <a:spcAft>
                <a:spcPts val="800"/>
              </a:spcAft>
              <a:buSzPts val="1000"/>
              <a:buFont typeface="Symbol" panose="05050102010706020507" pitchFamily="18" charset="2"/>
              <a:buChar char=""/>
              <a:tabLst>
                <a:tab pos="1371600" algn="l"/>
              </a:tabLst>
            </a:pPr>
            <a:r>
              <a:rPr lang="en-US" sz="1600" kern="100" dirty="0">
                <a:latin typeface="Calibri" panose="020F0502020204030204" pitchFamily="34" charset="0"/>
                <a:ea typeface="Calibri" panose="020F0502020204030204" pitchFamily="34" charset="0"/>
                <a:cs typeface="Times New Roman" panose="02020603050405020304" pitchFamily="18" charset="0"/>
              </a:rPr>
              <a:t>Introduction of </a:t>
            </a: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SMS support.</a:t>
            </a:r>
          </a:p>
          <a:p>
            <a:pPr marL="1143000" marR="0" lvl="2" indent="-228600">
              <a:lnSpc>
                <a:spcPct val="107000"/>
              </a:lnSpc>
              <a:spcBef>
                <a:spcPts val="0"/>
              </a:spcBef>
              <a:spcAft>
                <a:spcPts val="800"/>
              </a:spcAft>
              <a:buSzPts val="1000"/>
              <a:buFont typeface="Symbol" panose="05050102010706020507" pitchFamily="18" charset="2"/>
              <a:buChar char=""/>
              <a:tabLst>
                <a:tab pos="1371600" algn="l"/>
              </a:tabLst>
            </a:pPr>
            <a:r>
              <a:rPr lang="en-US" sz="1600" kern="100" dirty="0">
                <a:latin typeface="Calibri" panose="020F0502020204030204" pitchFamily="34" charset="0"/>
                <a:ea typeface="Calibri" panose="020F0502020204030204" pitchFamily="34" charset="0"/>
                <a:cs typeface="Times New Roman" panose="02020603050405020304" pitchFamily="18" charset="0"/>
              </a:rPr>
              <a:t>Introduction of GSM and CDMA</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Symbol" panose="05050102010706020507" pitchFamily="18" charset="2"/>
              <a:buChar char=""/>
              <a:tabLst>
                <a:tab pos="914400" algn="l"/>
              </a:tabLst>
            </a:pP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Symbol" panose="05050102010706020507" pitchFamily="18" charset="2"/>
              <a:buChar char=""/>
              <a:tabLst>
                <a:tab pos="914400" algn="l"/>
              </a:tabLst>
            </a:pPr>
            <a:r>
              <a:rPr lang="en-US" b="1" kern="100" dirty="0">
                <a:effectLst/>
                <a:latin typeface="Calibri" panose="020F0502020204030204" pitchFamily="34" charset="0"/>
                <a:ea typeface="Calibri" panose="020F0502020204030204" pitchFamily="34" charset="0"/>
                <a:cs typeface="Times New Roman" panose="02020603050405020304" pitchFamily="18" charset="0"/>
              </a:rPr>
              <a:t>Security Challenges:</a:t>
            </a:r>
            <a:endParaRPr lang="en-US" b="1" kern="100" dirty="0">
              <a:latin typeface="Calibri" panose="020F0502020204030204" pitchFamily="34" charset="0"/>
              <a:ea typeface="Calibri" panose="020F0502020204030204" pitchFamily="34" charset="0"/>
              <a:cs typeface="Times New Roman" panose="02020603050405020304" pitchFamily="18" charset="0"/>
            </a:endParaRPr>
          </a:p>
          <a:p>
            <a:pPr lvl="2">
              <a:lnSpc>
                <a:spcPct val="107000"/>
              </a:lnSpc>
              <a:spcAft>
                <a:spcPts val="800"/>
              </a:spcAft>
              <a:buSzPts val="1000"/>
              <a:buFont typeface="Symbol" panose="05050102010706020507" pitchFamily="18" charset="2"/>
              <a:buChar char=""/>
              <a:tabLst>
                <a:tab pos="914400" algn="l"/>
              </a:tabLst>
            </a:pPr>
            <a:r>
              <a:rPr lang="en-US" kern="100" dirty="0">
                <a:latin typeface="Calibri" panose="020F0502020204030204" pitchFamily="34" charset="0"/>
                <a:ea typeface="Calibri" panose="020F0502020204030204" pitchFamily="34" charset="0"/>
                <a:cs typeface="Times New Roman" panose="02020603050405020304" pitchFamily="18" charset="0"/>
              </a:rPr>
              <a:t>Lower power requirements meant poor coverage</a:t>
            </a:r>
          </a:p>
          <a:p>
            <a:pPr lvl="2">
              <a:lnSpc>
                <a:spcPct val="107000"/>
              </a:lnSpc>
              <a:spcAft>
                <a:spcPts val="800"/>
              </a:spcAft>
              <a:buSzPts val="1000"/>
              <a:buFont typeface="Symbol" panose="05050102010706020507" pitchFamily="18" charset="2"/>
              <a:buChar char=""/>
              <a:tabLst>
                <a:tab pos="914400" algn="l"/>
              </a:tabLst>
            </a:pPr>
            <a:r>
              <a:rPr lang="en-US" kern="100" dirty="0">
                <a:latin typeface="Calibri" panose="020F0502020204030204" pitchFamily="34" charset="0"/>
                <a:ea typeface="Calibri" panose="020F0502020204030204" pitchFamily="34" charset="0"/>
                <a:cs typeface="Times New Roman" panose="02020603050405020304" pitchFamily="18" charset="0"/>
              </a:rPr>
              <a:t>Digital signals drop off completely when the signal strength falls too low</a:t>
            </a:r>
          </a:p>
        </p:txBody>
      </p:sp>
      <p:sp>
        <p:nvSpPr>
          <p:cNvPr id="5" name="Content Placeholder 3">
            <a:extLst>
              <a:ext uri="{FF2B5EF4-FFF2-40B4-BE49-F238E27FC236}">
                <a16:creationId xmlns:a16="http://schemas.microsoft.com/office/drawing/2014/main" id="{88C1E23E-6C01-57D4-8762-15607EB9451F}"/>
              </a:ext>
            </a:extLst>
          </p:cNvPr>
          <p:cNvSpPr txBox="1">
            <a:spLocks/>
          </p:cNvSpPr>
          <p:nvPr/>
        </p:nvSpPr>
        <p:spPr>
          <a:xfrm>
            <a:off x="6096001" y="1676400"/>
            <a:ext cx="5410198" cy="2466108"/>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457200" lvl="1" indent="0">
              <a:lnSpc>
                <a:spcPct val="107000"/>
              </a:lnSpc>
              <a:spcAft>
                <a:spcPts val="800"/>
              </a:spcAft>
              <a:buSzPts val="1000"/>
              <a:buFont typeface="Arial"/>
              <a:buNone/>
              <a:tabLst>
                <a:tab pos="914400" algn="l"/>
              </a:tabLst>
            </a:pPr>
            <a:r>
              <a:rPr lang="en-US" b="1" kern="100" dirty="0">
                <a:latin typeface="Calibri" panose="020F0502020204030204" pitchFamily="34" charset="0"/>
                <a:ea typeface="Calibri" panose="020F0502020204030204" pitchFamily="34" charset="0"/>
                <a:cs typeface="Times New Roman" panose="02020603050405020304" pitchFamily="18" charset="0"/>
              </a:rPr>
              <a:t>How these security challenges have been addressed</a:t>
            </a:r>
            <a:r>
              <a:rPr lang="en-US" kern="100" dirty="0">
                <a:latin typeface="Calibri" panose="020F0502020204030204" pitchFamily="34" charset="0"/>
                <a:ea typeface="Calibri" panose="020F0502020204030204" pitchFamily="34" charset="0"/>
                <a:cs typeface="Times New Roman" panose="02020603050405020304" pitchFamily="18" charset="0"/>
              </a:rPr>
              <a:t>:</a:t>
            </a:r>
            <a:endParaRPr lang="en-US" dirty="0">
              <a:effectLst/>
            </a:endParaRPr>
          </a:p>
          <a:p>
            <a:pPr marL="1143000" marR="0" lvl="2" indent="-228600">
              <a:lnSpc>
                <a:spcPct val="107000"/>
              </a:lnSpc>
              <a:spcBef>
                <a:spcPts val="0"/>
              </a:spcBef>
              <a:spcAft>
                <a:spcPts val="800"/>
              </a:spcAft>
              <a:buSzPts val="1000"/>
              <a:buFont typeface="Symbol" panose="05050102010706020507" pitchFamily="18" charset="2"/>
              <a:buChar char=""/>
              <a:tabLst>
                <a:tab pos="1371600" algn="l"/>
              </a:tabLst>
            </a:pP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Digital voice encoding for improved call quality.</a:t>
            </a:r>
          </a:p>
          <a:p>
            <a:pPr marL="1143000" marR="0" lvl="2" indent="-228600">
              <a:lnSpc>
                <a:spcPct val="107000"/>
              </a:lnSpc>
              <a:spcBef>
                <a:spcPts val="0"/>
              </a:spcBef>
              <a:spcAft>
                <a:spcPts val="800"/>
              </a:spcAft>
              <a:buSzPts val="1000"/>
              <a:buFont typeface="Symbol" panose="05050102010706020507" pitchFamily="18" charset="2"/>
              <a:buChar char=""/>
              <a:tabLst>
                <a:tab pos="1371600" algn="l"/>
              </a:tabLst>
            </a:pP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Enhanced security compared to 1G.</a:t>
            </a:r>
          </a:p>
          <a:p>
            <a:pPr marL="1143000" lvl="2" indent="-228600">
              <a:lnSpc>
                <a:spcPct val="107000"/>
              </a:lnSpc>
              <a:spcAft>
                <a:spcPts val="800"/>
              </a:spcAft>
              <a:buSzPts val="1000"/>
              <a:buFont typeface="Symbol" panose="05050102010706020507" pitchFamily="18" charset="2"/>
              <a:buChar char=""/>
              <a:tabLst>
                <a:tab pos="1371600" algn="l"/>
              </a:tabLst>
            </a:pPr>
            <a:r>
              <a:rPr lang="en-US" sz="1600" kern="100" dirty="0">
                <a:latin typeface="Calibri" panose="020F0502020204030204" pitchFamily="34" charset="0"/>
                <a:ea typeface="Calibri" panose="020F0502020204030204" pitchFamily="34" charset="0"/>
                <a:cs typeface="Times New Roman" panose="02020603050405020304" pitchFamily="18" charset="0"/>
              </a:rPr>
              <a:t>Higher data rates and better encoding with EDGE (rolled out by AT&amp;T in 2003)</a:t>
            </a:r>
          </a:p>
        </p:txBody>
      </p:sp>
    </p:spTree>
    <p:extLst>
      <p:ext uri="{BB962C8B-B14F-4D97-AF65-F5344CB8AC3E}">
        <p14:creationId xmlns:p14="http://schemas.microsoft.com/office/powerpoint/2010/main" val="8344503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8652B-B439-4AB5-8773-417F1E05177E}"/>
              </a:ext>
            </a:extLst>
          </p:cNvPr>
          <p:cNvSpPr>
            <a:spLocks noGrp="1"/>
          </p:cNvSpPr>
          <p:nvPr>
            <p:ph type="title"/>
          </p:nvPr>
        </p:nvSpPr>
        <p:spPr>
          <a:xfrm>
            <a:off x="1155856" y="609601"/>
            <a:ext cx="5203380" cy="673768"/>
          </a:xfrm>
        </p:spPr>
        <p:txBody>
          <a:bodyPr>
            <a:noAutofit/>
          </a:bodyPr>
          <a:lstStyle/>
          <a:p>
            <a:pPr marR="0" lvl="0">
              <a:lnSpc>
                <a:spcPct val="107000"/>
              </a:lnSpc>
              <a:spcBef>
                <a:spcPts val="0"/>
              </a:spcBef>
              <a:spcAft>
                <a:spcPts val="800"/>
              </a:spcAft>
              <a:tabLst>
                <a:tab pos="457200" algn="l"/>
              </a:tabLst>
            </a:pPr>
            <a:r>
              <a:rPr lang="en-US" b="1" kern="100" dirty="0">
                <a:effectLst/>
                <a:latin typeface="Calibri" panose="020F0502020204030204" pitchFamily="34" charset="0"/>
                <a:ea typeface="Calibri" panose="020F0502020204030204" pitchFamily="34" charset="0"/>
                <a:cs typeface="Times New Roman" panose="02020603050405020304" pitchFamily="18" charset="0"/>
              </a:rPr>
              <a:t>3G (</a:t>
            </a:r>
            <a:r>
              <a:rPr lang="en-US" b="1" kern="100" dirty="0">
                <a:latin typeface="Calibri" panose="020F0502020204030204" pitchFamily="34" charset="0"/>
                <a:ea typeface="Calibri" panose="020F0502020204030204" pitchFamily="34" charset="0"/>
                <a:cs typeface="Times New Roman" panose="02020603050405020304" pitchFamily="18" charset="0"/>
              </a:rPr>
              <a:t>third</a:t>
            </a:r>
            <a:r>
              <a:rPr lang="en-US" b="1" kern="100" dirty="0">
                <a:effectLst/>
                <a:latin typeface="Calibri" panose="020F0502020204030204" pitchFamily="34" charset="0"/>
                <a:ea typeface="Calibri" panose="020F0502020204030204" pitchFamily="34" charset="0"/>
                <a:cs typeface="Times New Roman" panose="02020603050405020304" pitchFamily="18" charset="0"/>
              </a:rPr>
              <a:t> Generation)</a:t>
            </a:r>
            <a:r>
              <a:rPr lang="en-US" kern="100" dirty="0">
                <a:effectLst/>
                <a:latin typeface="Calibri" panose="020F0502020204030204" pitchFamily="34" charset="0"/>
                <a:ea typeface="Calibri" panose="020F0502020204030204" pitchFamily="34" charset="0"/>
                <a:cs typeface="Times New Roman" panose="02020603050405020304" pitchFamily="18" charset="0"/>
              </a:rPr>
              <a:t>:</a:t>
            </a:r>
          </a:p>
        </p:txBody>
      </p:sp>
      <p:sp>
        <p:nvSpPr>
          <p:cNvPr id="4" name="Content Placeholder 3">
            <a:extLst>
              <a:ext uri="{FF2B5EF4-FFF2-40B4-BE49-F238E27FC236}">
                <a16:creationId xmlns:a16="http://schemas.microsoft.com/office/drawing/2014/main" id="{E16A46F5-E216-5063-F8A2-220A162E4112}"/>
              </a:ext>
            </a:extLst>
          </p:cNvPr>
          <p:cNvSpPr>
            <a:spLocks noGrp="1"/>
          </p:cNvSpPr>
          <p:nvPr>
            <p:ph idx="1"/>
          </p:nvPr>
        </p:nvSpPr>
        <p:spPr>
          <a:xfrm>
            <a:off x="685801" y="1889323"/>
            <a:ext cx="5410199" cy="3408218"/>
          </a:xfrm>
        </p:spPr>
        <p:txBody>
          <a:bodyPr>
            <a:normAutofit lnSpcReduction="10000"/>
          </a:bodyPr>
          <a:lstStyle/>
          <a:p>
            <a:pPr marL="457200" marR="0" lvl="1" indent="0">
              <a:lnSpc>
                <a:spcPct val="107000"/>
              </a:lnSpc>
              <a:spcBef>
                <a:spcPts val="0"/>
              </a:spcBef>
              <a:spcAft>
                <a:spcPts val="800"/>
              </a:spcAft>
              <a:buSzPts val="1000"/>
              <a:buNone/>
              <a:tabLst>
                <a:tab pos="914400" algn="l"/>
              </a:tabLs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3G brought mobile broadband capabilities to the forefront.</a:t>
            </a:r>
          </a:p>
          <a:p>
            <a:pPr marL="742950" marR="0" lvl="1" indent="-285750">
              <a:lnSpc>
                <a:spcPct val="107000"/>
              </a:lnSpc>
              <a:spcBef>
                <a:spcPts val="0"/>
              </a:spcBef>
              <a:spcAft>
                <a:spcPts val="800"/>
              </a:spcAft>
              <a:buSzPts val="1000"/>
              <a:buFont typeface="Symbol" panose="05050102010706020507" pitchFamily="18" charset="2"/>
              <a:buChar char=""/>
              <a:tabLst>
                <a:tab pos="914400" algn="l"/>
              </a:tabLst>
            </a:pPr>
            <a:r>
              <a:rPr lang="en-US" b="1" kern="100" dirty="0">
                <a:effectLst/>
                <a:latin typeface="Calibri" panose="020F0502020204030204" pitchFamily="34" charset="0"/>
                <a:ea typeface="Calibri" panose="020F0502020204030204" pitchFamily="34" charset="0"/>
                <a:cs typeface="Times New Roman" panose="02020603050405020304" pitchFamily="18" charset="0"/>
              </a:rPr>
              <a:t>Key Features:</a:t>
            </a:r>
          </a:p>
          <a:p>
            <a:pPr marL="1143000" marR="0" lvl="2" indent="-228600">
              <a:lnSpc>
                <a:spcPct val="107000"/>
              </a:lnSpc>
              <a:spcBef>
                <a:spcPts val="0"/>
              </a:spcBef>
              <a:spcAft>
                <a:spcPts val="800"/>
              </a:spcAft>
              <a:buSzPts val="1000"/>
              <a:buFont typeface="Symbol" panose="05050102010706020507" pitchFamily="18" charset="2"/>
              <a:buChar char=""/>
              <a:tabLst>
                <a:tab pos="1371600" algn="l"/>
              </a:tabLst>
            </a:pP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Faster data transmission, enabling internet access and video calls.</a:t>
            </a:r>
          </a:p>
          <a:p>
            <a:pPr marL="1143000" marR="0" lvl="2" indent="-228600">
              <a:lnSpc>
                <a:spcPct val="107000"/>
              </a:lnSpc>
              <a:spcBef>
                <a:spcPts val="0"/>
              </a:spcBef>
              <a:spcAft>
                <a:spcPts val="800"/>
              </a:spcAft>
              <a:buSzPts val="1000"/>
              <a:buFont typeface="Symbol" panose="05050102010706020507" pitchFamily="18" charset="2"/>
              <a:buChar char=""/>
              <a:tabLst>
                <a:tab pos="1371600" algn="l"/>
              </a:tabLst>
            </a:pP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Wide-area coverage with global roaming.</a:t>
            </a:r>
          </a:p>
          <a:p>
            <a:pPr marL="742950" marR="0" lvl="1" indent="-285750">
              <a:lnSpc>
                <a:spcPct val="107000"/>
              </a:lnSpc>
              <a:spcBef>
                <a:spcPts val="0"/>
              </a:spcBef>
              <a:spcAft>
                <a:spcPts val="800"/>
              </a:spcAft>
              <a:buSzPts val="1000"/>
              <a:buFont typeface="Symbol" panose="05050102010706020507" pitchFamily="18" charset="2"/>
              <a:buChar char=""/>
              <a:tabLst>
                <a:tab pos="914400" algn="l"/>
              </a:tabLst>
            </a:pP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Symbol" panose="05050102010706020507" pitchFamily="18" charset="2"/>
              <a:buChar char=""/>
              <a:tabLst>
                <a:tab pos="914400" algn="l"/>
              </a:tabLst>
            </a:pPr>
            <a:r>
              <a:rPr lang="en-US" b="1" kern="100" dirty="0">
                <a:effectLst/>
                <a:latin typeface="Calibri" panose="020F0502020204030204" pitchFamily="34" charset="0"/>
                <a:ea typeface="Calibri" panose="020F0502020204030204" pitchFamily="34" charset="0"/>
                <a:cs typeface="Times New Roman" panose="02020603050405020304" pitchFamily="18" charset="0"/>
              </a:rPr>
              <a:t>Security Challenges:</a:t>
            </a:r>
          </a:p>
          <a:p>
            <a:pPr marL="1143000" marR="0" lvl="2" indent="-228600">
              <a:lnSpc>
                <a:spcPct val="107000"/>
              </a:lnSpc>
              <a:spcBef>
                <a:spcPts val="0"/>
              </a:spcBef>
              <a:spcAft>
                <a:spcPts val="800"/>
              </a:spcAft>
              <a:buSzPts val="1000"/>
              <a:buFont typeface="Symbol" panose="05050102010706020507" pitchFamily="18" charset="2"/>
              <a:buChar char=""/>
              <a:tabLst>
                <a:tab pos="1371600" algn="l"/>
              </a:tabLst>
            </a:pP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Far more personal data capabilities</a:t>
            </a:r>
          </a:p>
          <a:p>
            <a:pPr marL="1143000" marR="0" lvl="2" indent="-228600">
              <a:lnSpc>
                <a:spcPct val="107000"/>
              </a:lnSpc>
              <a:spcBef>
                <a:spcPts val="0"/>
              </a:spcBef>
              <a:spcAft>
                <a:spcPts val="800"/>
              </a:spcAft>
              <a:buSzPts val="1000"/>
              <a:buFont typeface="Symbol" panose="05050102010706020507" pitchFamily="18" charset="2"/>
              <a:buChar char=""/>
              <a:tabLst>
                <a:tab pos="1371600" algn="l"/>
              </a:tabLst>
            </a:pP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Access to corporate systems and applications</a:t>
            </a:r>
          </a:p>
          <a:p>
            <a:pPr marL="457200" marR="0" lvl="1" indent="0">
              <a:lnSpc>
                <a:spcPct val="107000"/>
              </a:lnSpc>
              <a:spcBef>
                <a:spcPts val="0"/>
              </a:spcBef>
              <a:spcAft>
                <a:spcPts val="800"/>
              </a:spcAft>
              <a:buSzPts val="1000"/>
              <a:buNone/>
              <a:tabLst>
                <a:tab pos="914400" algn="l"/>
              </a:tabLst>
            </a:pP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Content Placeholder 3">
            <a:extLst>
              <a:ext uri="{FF2B5EF4-FFF2-40B4-BE49-F238E27FC236}">
                <a16:creationId xmlns:a16="http://schemas.microsoft.com/office/drawing/2014/main" id="{7E78583D-7F03-1CE5-3866-657844CF9018}"/>
              </a:ext>
            </a:extLst>
          </p:cNvPr>
          <p:cNvSpPr txBox="1">
            <a:spLocks/>
          </p:cNvSpPr>
          <p:nvPr/>
        </p:nvSpPr>
        <p:spPr>
          <a:xfrm>
            <a:off x="6096000" y="1662546"/>
            <a:ext cx="5203379" cy="3214254"/>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457200" lvl="1" indent="0">
              <a:lnSpc>
                <a:spcPct val="107000"/>
              </a:lnSpc>
              <a:spcAft>
                <a:spcPts val="800"/>
              </a:spcAft>
              <a:buSzPts val="1000"/>
              <a:buFont typeface="Arial"/>
              <a:buNone/>
              <a:tabLst>
                <a:tab pos="914400" algn="l"/>
              </a:tabLst>
            </a:pPr>
            <a:r>
              <a:rPr lang="en-US" b="1" kern="100" dirty="0">
                <a:latin typeface="Calibri" panose="020F0502020204030204" pitchFamily="34" charset="0"/>
                <a:ea typeface="Calibri" panose="020F0502020204030204" pitchFamily="34" charset="0"/>
                <a:cs typeface="Times New Roman" panose="02020603050405020304" pitchFamily="18" charset="0"/>
              </a:rPr>
              <a:t>How these security challenges have been addressed:</a:t>
            </a:r>
            <a:endParaRPr lang="en-US" sz="1600" b="1" dirty="0">
              <a:effectLst/>
            </a:endParaRPr>
          </a:p>
          <a:p>
            <a:pPr marL="1143000" marR="0" lvl="2" indent="-228600">
              <a:lnSpc>
                <a:spcPct val="107000"/>
              </a:lnSpc>
              <a:spcBef>
                <a:spcPts val="0"/>
              </a:spcBef>
              <a:spcAft>
                <a:spcPts val="800"/>
              </a:spcAft>
              <a:buSzPts val="1000"/>
              <a:buFont typeface="Symbol" panose="05050102010706020507" pitchFamily="18" charset="2"/>
              <a:buChar char=""/>
              <a:tabLst>
                <a:tab pos="1371600" algn="l"/>
              </a:tabLst>
            </a:pP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Enhanced multimedia services.</a:t>
            </a:r>
          </a:p>
          <a:p>
            <a:pPr marL="1143000" marR="0" lvl="2" indent="-228600">
              <a:lnSpc>
                <a:spcPct val="107000"/>
              </a:lnSpc>
              <a:spcBef>
                <a:spcPts val="0"/>
              </a:spcBef>
              <a:spcAft>
                <a:spcPts val="800"/>
              </a:spcAft>
              <a:buSzPts val="1000"/>
              <a:buFont typeface="Symbol" panose="05050102010706020507" pitchFamily="18" charset="2"/>
              <a:buChar char=""/>
              <a:tabLst>
                <a:tab pos="1371600" algn="l"/>
              </a:tabLst>
            </a:pP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Improved security and encryption.</a:t>
            </a:r>
          </a:p>
          <a:p>
            <a:pPr marL="1143000" marR="0" lvl="2" indent="-228600">
              <a:lnSpc>
                <a:spcPct val="107000"/>
              </a:lnSpc>
              <a:spcBef>
                <a:spcPts val="0"/>
              </a:spcBef>
              <a:spcAft>
                <a:spcPts val="800"/>
              </a:spcAft>
              <a:buSzPts val="1000"/>
              <a:buFont typeface="Symbol" panose="05050102010706020507" pitchFamily="18" charset="2"/>
              <a:buChar char=""/>
              <a:tabLst>
                <a:tab pos="1371600" algn="l"/>
              </a:tabLst>
            </a:pPr>
            <a:r>
              <a:rPr lang="en-US" sz="1600" kern="100" dirty="0">
                <a:latin typeface="Calibri" panose="020F0502020204030204" pitchFamily="34" charset="0"/>
                <a:ea typeface="Calibri" panose="020F0502020204030204" pitchFamily="34" charset="0"/>
                <a:cs typeface="Times New Roman" panose="02020603050405020304" pitchFamily="18" charset="0"/>
              </a:rPr>
              <a:t>Introduction to network authentication</a:t>
            </a:r>
          </a:p>
          <a:p>
            <a:pPr marL="1143000" marR="0" lvl="2" indent="-228600">
              <a:lnSpc>
                <a:spcPct val="107000"/>
              </a:lnSpc>
              <a:spcBef>
                <a:spcPts val="0"/>
              </a:spcBef>
              <a:spcAft>
                <a:spcPts val="800"/>
              </a:spcAft>
              <a:buSzPts val="1000"/>
              <a:buFont typeface="Symbol" panose="05050102010706020507" pitchFamily="18" charset="2"/>
              <a:buChar char=""/>
              <a:tabLst>
                <a:tab pos="1371600" algn="l"/>
              </a:tabLst>
            </a:pPr>
            <a:r>
              <a:rPr lang="en-US" sz="1600" kern="100" dirty="0">
                <a:latin typeface="Calibri" panose="020F0502020204030204" pitchFamily="34" charset="0"/>
                <a:ea typeface="Calibri" panose="020F0502020204030204" pitchFamily="34" charset="0"/>
                <a:cs typeface="Times New Roman" panose="02020603050405020304" pitchFamily="18" charset="0"/>
              </a:rPr>
              <a:t>Introduction of protocol High Speed Downlink Packet Access (HSDPA)</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01156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8652B-B439-4AB5-8773-417F1E05177E}"/>
              </a:ext>
            </a:extLst>
          </p:cNvPr>
          <p:cNvSpPr>
            <a:spLocks noGrp="1"/>
          </p:cNvSpPr>
          <p:nvPr>
            <p:ph type="title"/>
          </p:nvPr>
        </p:nvSpPr>
        <p:spPr>
          <a:xfrm>
            <a:off x="1155856" y="609601"/>
            <a:ext cx="5715999" cy="673768"/>
          </a:xfrm>
        </p:spPr>
        <p:txBody>
          <a:bodyPr>
            <a:noAutofit/>
          </a:bodyPr>
          <a:lstStyle/>
          <a:p>
            <a:pPr marR="0" lvl="0">
              <a:lnSpc>
                <a:spcPct val="107000"/>
              </a:lnSpc>
              <a:spcBef>
                <a:spcPts val="0"/>
              </a:spcBef>
              <a:spcAft>
                <a:spcPts val="800"/>
              </a:spcAft>
              <a:tabLst>
                <a:tab pos="457200" algn="l"/>
              </a:tabLst>
            </a:pPr>
            <a:r>
              <a:rPr lang="en-US" b="1" kern="100" dirty="0">
                <a:latin typeface="Calibri" panose="020F0502020204030204" pitchFamily="34" charset="0"/>
                <a:ea typeface="Calibri" panose="020F0502020204030204" pitchFamily="34" charset="0"/>
                <a:cs typeface="Times New Roman" panose="02020603050405020304" pitchFamily="18" charset="0"/>
              </a:rPr>
              <a:t>4</a:t>
            </a:r>
            <a:r>
              <a:rPr lang="en-US" b="1" kern="100" dirty="0">
                <a:effectLst/>
                <a:latin typeface="Calibri" panose="020F0502020204030204" pitchFamily="34" charset="0"/>
                <a:ea typeface="Calibri" panose="020F0502020204030204" pitchFamily="34" charset="0"/>
                <a:cs typeface="Times New Roman" panose="02020603050405020304" pitchFamily="18" charset="0"/>
              </a:rPr>
              <a:t>G (Fourth Generation)</a:t>
            </a:r>
            <a:r>
              <a:rPr lang="en-US" kern="100" dirty="0">
                <a:effectLst/>
                <a:latin typeface="Calibri" panose="020F0502020204030204" pitchFamily="34" charset="0"/>
                <a:ea typeface="Calibri" panose="020F0502020204030204" pitchFamily="34" charset="0"/>
                <a:cs typeface="Times New Roman" panose="02020603050405020304" pitchFamily="18" charset="0"/>
              </a:rPr>
              <a:t>:</a:t>
            </a:r>
          </a:p>
        </p:txBody>
      </p:sp>
      <p:sp>
        <p:nvSpPr>
          <p:cNvPr id="4" name="Content Placeholder 3">
            <a:extLst>
              <a:ext uri="{FF2B5EF4-FFF2-40B4-BE49-F238E27FC236}">
                <a16:creationId xmlns:a16="http://schemas.microsoft.com/office/drawing/2014/main" id="{E16A46F5-E216-5063-F8A2-220A162E4112}"/>
              </a:ext>
            </a:extLst>
          </p:cNvPr>
          <p:cNvSpPr>
            <a:spLocks noGrp="1"/>
          </p:cNvSpPr>
          <p:nvPr>
            <p:ph idx="1"/>
          </p:nvPr>
        </p:nvSpPr>
        <p:spPr>
          <a:xfrm>
            <a:off x="665019" y="1775898"/>
            <a:ext cx="4994563" cy="3690977"/>
          </a:xfrm>
        </p:spPr>
        <p:txBody>
          <a:bodyPr>
            <a:normAutofit fontScale="92500" lnSpcReduction="20000"/>
          </a:bodyPr>
          <a:lstStyle/>
          <a:p>
            <a:pPr marL="457200" marR="0" lvl="1" indent="0">
              <a:lnSpc>
                <a:spcPct val="107000"/>
              </a:lnSpc>
              <a:spcBef>
                <a:spcPts val="0"/>
              </a:spcBef>
              <a:spcAft>
                <a:spcPts val="800"/>
              </a:spcAft>
              <a:buSzPts val="1000"/>
              <a:buNone/>
              <a:tabLst>
                <a:tab pos="914400" algn="l"/>
              </a:tabLs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4G was a major leap in mobile data speeds and connectivity.</a:t>
            </a:r>
          </a:p>
          <a:p>
            <a:pPr marL="742950" marR="0" lvl="1" indent="-285750">
              <a:lnSpc>
                <a:spcPct val="107000"/>
              </a:lnSpc>
              <a:spcBef>
                <a:spcPts val="0"/>
              </a:spcBef>
              <a:spcAft>
                <a:spcPts val="800"/>
              </a:spcAft>
              <a:buSzPts val="1000"/>
              <a:buFont typeface="Symbol" panose="05050102010706020507" pitchFamily="18" charset="2"/>
              <a:buChar char=""/>
              <a:tabLst>
                <a:tab pos="914400" algn="l"/>
              </a:tabLst>
            </a:pPr>
            <a:r>
              <a:rPr lang="en-US" sz="1700" b="1" kern="100" dirty="0">
                <a:effectLst/>
                <a:latin typeface="Calibri" panose="020F0502020204030204" pitchFamily="34" charset="0"/>
                <a:ea typeface="Calibri" panose="020F0502020204030204" pitchFamily="34" charset="0"/>
                <a:cs typeface="Times New Roman" panose="02020603050405020304" pitchFamily="18" charset="0"/>
              </a:rPr>
              <a:t>Key Features:</a:t>
            </a:r>
          </a:p>
          <a:p>
            <a:pPr marL="1143000" marR="0" lvl="2" indent="-228600">
              <a:lnSpc>
                <a:spcPct val="107000"/>
              </a:lnSpc>
              <a:spcBef>
                <a:spcPts val="0"/>
              </a:spcBef>
              <a:spcAft>
                <a:spcPts val="800"/>
              </a:spcAft>
              <a:buSzPts val="1000"/>
              <a:buFont typeface="Symbol" panose="05050102010706020507" pitchFamily="18" charset="2"/>
              <a:buChar char=""/>
              <a:tabLst>
                <a:tab pos="1371600" algn="l"/>
              </a:tabLst>
            </a:pPr>
            <a:r>
              <a:rPr lang="en-US" sz="1700" kern="100" dirty="0">
                <a:effectLst/>
                <a:latin typeface="Calibri" panose="020F0502020204030204" pitchFamily="34" charset="0"/>
                <a:ea typeface="Calibri" panose="020F0502020204030204" pitchFamily="34" charset="0"/>
                <a:cs typeface="Times New Roman" panose="02020603050405020304" pitchFamily="18" charset="0"/>
              </a:rPr>
              <a:t>High-speed data transmission with peak rates up to 1 Gbps.</a:t>
            </a:r>
          </a:p>
          <a:p>
            <a:pPr marL="1143000" marR="0" lvl="2" indent="-228600">
              <a:lnSpc>
                <a:spcPct val="107000"/>
              </a:lnSpc>
              <a:spcBef>
                <a:spcPts val="0"/>
              </a:spcBef>
              <a:spcAft>
                <a:spcPts val="800"/>
              </a:spcAft>
              <a:buSzPts val="1000"/>
              <a:buFont typeface="Symbol" panose="05050102010706020507" pitchFamily="18" charset="2"/>
              <a:buChar char=""/>
              <a:tabLst>
                <a:tab pos="1371600" algn="l"/>
              </a:tabLst>
            </a:pPr>
            <a:r>
              <a:rPr lang="en-US" sz="1700" kern="100" dirty="0">
                <a:effectLst/>
                <a:latin typeface="Calibri" panose="020F0502020204030204" pitchFamily="34" charset="0"/>
                <a:ea typeface="Calibri" panose="020F0502020204030204" pitchFamily="34" charset="0"/>
                <a:cs typeface="Times New Roman" panose="02020603050405020304" pitchFamily="18" charset="0"/>
              </a:rPr>
              <a:t>Seamless multimedia streaming and VoIP services.</a:t>
            </a:r>
          </a:p>
          <a:p>
            <a:pPr marL="1143000" marR="0" lvl="2" indent="-228600">
              <a:lnSpc>
                <a:spcPct val="107000"/>
              </a:lnSpc>
              <a:spcBef>
                <a:spcPts val="0"/>
              </a:spcBef>
              <a:spcAft>
                <a:spcPts val="800"/>
              </a:spcAft>
              <a:buSzPts val="1000"/>
              <a:buFont typeface="Symbol" panose="05050102010706020507" pitchFamily="18" charset="2"/>
              <a:buChar char=""/>
              <a:tabLst>
                <a:tab pos="1371600" algn="l"/>
              </a:tabLst>
            </a:pPr>
            <a:r>
              <a:rPr lang="en-US" sz="1700" kern="100" dirty="0">
                <a:latin typeface="Calibri" panose="020F0502020204030204" pitchFamily="34" charset="0"/>
                <a:ea typeface="Calibri" panose="020F0502020204030204" pitchFamily="34" charset="0"/>
                <a:cs typeface="Times New Roman" panose="02020603050405020304" pitchFamily="18" charset="0"/>
              </a:rPr>
              <a:t>Rollout of LTE</a:t>
            </a:r>
          </a:p>
          <a:p>
            <a:pPr marL="914400" marR="0" lvl="2" indent="0">
              <a:lnSpc>
                <a:spcPct val="107000"/>
              </a:lnSpc>
              <a:spcBef>
                <a:spcPts val="0"/>
              </a:spcBef>
              <a:spcAft>
                <a:spcPts val="800"/>
              </a:spcAft>
              <a:buSzPts val="1000"/>
              <a:buNone/>
              <a:tabLst>
                <a:tab pos="1371600" algn="l"/>
              </a:tabLst>
            </a:pPr>
            <a:endParaRPr lang="en-US" sz="17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Symbol" panose="05050102010706020507" pitchFamily="18" charset="2"/>
              <a:buChar char=""/>
              <a:tabLst>
                <a:tab pos="914400" algn="l"/>
              </a:tabLst>
            </a:pPr>
            <a:r>
              <a:rPr lang="en-US" sz="1700" b="1" kern="100" dirty="0">
                <a:effectLst/>
                <a:latin typeface="Calibri" panose="020F0502020204030204" pitchFamily="34" charset="0"/>
                <a:ea typeface="Calibri" panose="020F0502020204030204" pitchFamily="34" charset="0"/>
                <a:cs typeface="Times New Roman" panose="02020603050405020304" pitchFamily="18" charset="0"/>
              </a:rPr>
              <a:t>Security Challenges:</a:t>
            </a:r>
          </a:p>
          <a:p>
            <a:pPr marL="1143000" marR="0" lvl="2" indent="-228600">
              <a:lnSpc>
                <a:spcPct val="107000"/>
              </a:lnSpc>
              <a:spcBef>
                <a:spcPts val="0"/>
              </a:spcBef>
              <a:spcAft>
                <a:spcPts val="800"/>
              </a:spcAft>
              <a:buSzPts val="1000"/>
              <a:buFont typeface="Symbol" panose="05050102010706020507" pitchFamily="18" charset="2"/>
              <a:buChar char=""/>
              <a:tabLst>
                <a:tab pos="1371600" algn="l"/>
              </a:tabLst>
            </a:pPr>
            <a:r>
              <a:rPr lang="en-US" sz="1700" kern="100" dirty="0">
                <a:latin typeface="Calibri" panose="020F0502020204030204" pitchFamily="34" charset="0"/>
                <a:ea typeface="Calibri" panose="020F0502020204030204" pitchFamily="34" charset="0"/>
                <a:cs typeface="Times New Roman" panose="02020603050405020304" pitchFamily="18" charset="0"/>
              </a:rPr>
              <a:t>Potentially open to hijacking</a:t>
            </a:r>
          </a:p>
          <a:p>
            <a:pPr marL="1143000" marR="0" lvl="2" indent="-228600">
              <a:lnSpc>
                <a:spcPct val="107000"/>
              </a:lnSpc>
              <a:spcBef>
                <a:spcPts val="0"/>
              </a:spcBef>
              <a:spcAft>
                <a:spcPts val="800"/>
              </a:spcAft>
              <a:buSzPts val="1000"/>
              <a:buFont typeface="Symbol" panose="05050102010706020507" pitchFamily="18" charset="2"/>
              <a:buChar char=""/>
              <a:tabLst>
                <a:tab pos="1371600" algn="l"/>
              </a:tabLst>
            </a:pPr>
            <a:r>
              <a:rPr lang="en-US" sz="1700" kern="100" dirty="0">
                <a:effectLst/>
                <a:latin typeface="Calibri" panose="020F0502020204030204" pitchFamily="34" charset="0"/>
                <a:ea typeface="Calibri" panose="020F0502020204030204" pitchFamily="34" charset="0"/>
                <a:cs typeface="Times New Roman" panose="02020603050405020304" pitchFamily="18" charset="0"/>
              </a:rPr>
              <a:t>4G is an all-IP network so it is open to all internet’s known security issues.</a:t>
            </a:r>
          </a:p>
        </p:txBody>
      </p:sp>
      <p:sp>
        <p:nvSpPr>
          <p:cNvPr id="5" name="Content Placeholder 3">
            <a:extLst>
              <a:ext uri="{FF2B5EF4-FFF2-40B4-BE49-F238E27FC236}">
                <a16:creationId xmlns:a16="http://schemas.microsoft.com/office/drawing/2014/main" id="{46FCF3A3-84CB-1E31-2018-6F2730CF1714}"/>
              </a:ext>
            </a:extLst>
          </p:cNvPr>
          <p:cNvSpPr txBox="1">
            <a:spLocks/>
          </p:cNvSpPr>
          <p:nvPr/>
        </p:nvSpPr>
        <p:spPr>
          <a:xfrm>
            <a:off x="6096000" y="2172328"/>
            <a:ext cx="5430981" cy="2327563"/>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457200" lvl="1" indent="0">
              <a:lnSpc>
                <a:spcPct val="107000"/>
              </a:lnSpc>
              <a:spcAft>
                <a:spcPts val="800"/>
              </a:spcAft>
              <a:buSzPts val="1000"/>
              <a:buFont typeface="Arial"/>
              <a:buNone/>
              <a:tabLst>
                <a:tab pos="914400" algn="l"/>
              </a:tabLst>
            </a:pPr>
            <a:r>
              <a:rPr lang="en-US" b="1" kern="100" dirty="0">
                <a:latin typeface="Calibri" panose="020F0502020204030204" pitchFamily="34" charset="0"/>
                <a:ea typeface="Calibri" panose="020F0502020204030204" pitchFamily="34" charset="0"/>
                <a:cs typeface="Times New Roman" panose="02020603050405020304" pitchFamily="18" charset="0"/>
              </a:rPr>
              <a:t>How these security challenges have been addressed</a:t>
            </a:r>
            <a:r>
              <a:rPr lang="en-US" kern="100" dirty="0">
                <a:latin typeface="Calibri" panose="020F0502020204030204" pitchFamily="34" charset="0"/>
                <a:ea typeface="Calibri" panose="020F0502020204030204" pitchFamily="34" charset="0"/>
                <a:cs typeface="Times New Roman" panose="02020603050405020304" pitchFamily="18" charset="0"/>
              </a:rPr>
              <a:t>:</a:t>
            </a:r>
            <a:endParaRPr lang="en-US" dirty="0">
              <a:effectLst/>
            </a:endParaRPr>
          </a:p>
          <a:p>
            <a:pPr marL="1143000" marR="0" lvl="2" indent="-228600">
              <a:lnSpc>
                <a:spcPct val="107000"/>
              </a:lnSpc>
              <a:spcBef>
                <a:spcPts val="0"/>
              </a:spcBef>
              <a:spcAft>
                <a:spcPts val="800"/>
              </a:spcAft>
              <a:buSzPts val="1000"/>
              <a:buFont typeface="Symbol" panose="05050102010706020507" pitchFamily="18" charset="2"/>
              <a:buChar char=""/>
              <a:tabLst>
                <a:tab pos="1371600" algn="l"/>
              </a:tabLst>
            </a:pP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Enhanced security and QoS (Quality of Service).</a:t>
            </a:r>
          </a:p>
          <a:p>
            <a:pPr marL="1143000" marR="0" lvl="2" indent="-228600">
              <a:lnSpc>
                <a:spcPct val="107000"/>
              </a:lnSpc>
              <a:spcBef>
                <a:spcPts val="0"/>
              </a:spcBef>
              <a:spcAft>
                <a:spcPts val="800"/>
              </a:spcAft>
              <a:buSzPts val="1000"/>
              <a:buFont typeface="Symbol" panose="05050102010706020507" pitchFamily="18" charset="2"/>
              <a:buChar char=""/>
              <a:tabLst>
                <a:tab pos="1371600" algn="l"/>
              </a:tabLst>
            </a:pPr>
            <a:r>
              <a:rPr lang="en-US" sz="1600" kern="100" dirty="0">
                <a:latin typeface="Calibri" panose="020F0502020204030204" pitchFamily="34" charset="0"/>
                <a:ea typeface="Calibri" panose="020F0502020204030204" pitchFamily="34" charset="0"/>
                <a:cs typeface="Times New Roman" panose="02020603050405020304" pitchFamily="18" charset="0"/>
              </a:rPr>
              <a:t>Introduction of signaling system, Diameter, which replaced the previous system called Signaling System 7 (SS7).</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lnSpc>
                <a:spcPct val="107000"/>
              </a:lnSpc>
              <a:spcAft>
                <a:spcPts val="800"/>
              </a:spcAft>
              <a:buSzPts val="1000"/>
              <a:buFont typeface="Symbol" panose="05050102010706020507" pitchFamily="18" charset="2"/>
              <a:buChar char=""/>
              <a:tabLst>
                <a:tab pos="1371600" algn="l"/>
              </a:tabLst>
            </a:pPr>
            <a:endParaRPr lang="en-US" sz="1600" kern="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114689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8652B-B439-4AB5-8773-417F1E05177E}"/>
              </a:ext>
            </a:extLst>
          </p:cNvPr>
          <p:cNvSpPr>
            <a:spLocks noGrp="1"/>
          </p:cNvSpPr>
          <p:nvPr>
            <p:ph type="title"/>
          </p:nvPr>
        </p:nvSpPr>
        <p:spPr>
          <a:xfrm>
            <a:off x="1155856" y="609601"/>
            <a:ext cx="5120253" cy="673768"/>
          </a:xfrm>
        </p:spPr>
        <p:txBody>
          <a:bodyPr>
            <a:noAutofit/>
          </a:bodyPr>
          <a:lstStyle/>
          <a:p>
            <a:pPr marR="0" lvl="0">
              <a:lnSpc>
                <a:spcPct val="107000"/>
              </a:lnSpc>
              <a:spcBef>
                <a:spcPts val="0"/>
              </a:spcBef>
              <a:spcAft>
                <a:spcPts val="800"/>
              </a:spcAft>
              <a:tabLst>
                <a:tab pos="457200" algn="l"/>
              </a:tabLst>
            </a:pPr>
            <a:r>
              <a:rPr lang="en-US" b="1" kern="100" dirty="0">
                <a:latin typeface="Calibri" panose="020F0502020204030204" pitchFamily="34" charset="0"/>
                <a:ea typeface="Calibri" panose="020F0502020204030204" pitchFamily="34" charset="0"/>
                <a:cs typeface="Times New Roman" panose="02020603050405020304" pitchFamily="18" charset="0"/>
              </a:rPr>
              <a:t>5</a:t>
            </a:r>
            <a:r>
              <a:rPr lang="en-US" b="1" kern="100" dirty="0">
                <a:effectLst/>
                <a:latin typeface="Calibri" panose="020F0502020204030204" pitchFamily="34" charset="0"/>
                <a:ea typeface="Calibri" panose="020F0502020204030204" pitchFamily="34" charset="0"/>
                <a:cs typeface="Times New Roman" panose="02020603050405020304" pitchFamily="18" charset="0"/>
              </a:rPr>
              <a:t>G (Fifth Generation)</a:t>
            </a:r>
            <a:r>
              <a:rPr lang="en-US" kern="100" dirty="0">
                <a:effectLst/>
                <a:latin typeface="Calibri" panose="020F0502020204030204" pitchFamily="34" charset="0"/>
                <a:ea typeface="Calibri" panose="020F0502020204030204" pitchFamily="34" charset="0"/>
                <a:cs typeface="Times New Roman" panose="02020603050405020304" pitchFamily="18" charset="0"/>
              </a:rPr>
              <a:t>:</a:t>
            </a:r>
          </a:p>
        </p:txBody>
      </p:sp>
      <p:sp>
        <p:nvSpPr>
          <p:cNvPr id="4" name="Content Placeholder 3">
            <a:extLst>
              <a:ext uri="{FF2B5EF4-FFF2-40B4-BE49-F238E27FC236}">
                <a16:creationId xmlns:a16="http://schemas.microsoft.com/office/drawing/2014/main" id="{E16A46F5-E216-5063-F8A2-220A162E4112}"/>
              </a:ext>
            </a:extLst>
          </p:cNvPr>
          <p:cNvSpPr>
            <a:spLocks noGrp="1"/>
          </p:cNvSpPr>
          <p:nvPr>
            <p:ph idx="1"/>
          </p:nvPr>
        </p:nvSpPr>
        <p:spPr>
          <a:xfrm>
            <a:off x="685801" y="1283369"/>
            <a:ext cx="5784271" cy="5269831"/>
          </a:xfrm>
        </p:spPr>
        <p:txBody>
          <a:bodyPr>
            <a:noAutofit/>
          </a:bodyPr>
          <a:lstStyle/>
          <a:p>
            <a:pPr marL="457200" marR="0" lvl="1" indent="0">
              <a:lnSpc>
                <a:spcPct val="107000"/>
              </a:lnSpc>
              <a:spcBef>
                <a:spcPts val="0"/>
              </a:spcBef>
              <a:spcAft>
                <a:spcPts val="800"/>
              </a:spcAft>
              <a:buSzPts val="1000"/>
              <a:buNone/>
              <a:tabLst>
                <a:tab pos="914400" algn="l"/>
              </a:tabLs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5G is the latest generation and represents a significant leap forward in mobile technology.</a:t>
            </a:r>
          </a:p>
          <a:p>
            <a:pPr marL="742950" marR="0" lvl="1" indent="-285750">
              <a:lnSpc>
                <a:spcPct val="107000"/>
              </a:lnSpc>
              <a:spcBef>
                <a:spcPts val="0"/>
              </a:spcBef>
              <a:spcAft>
                <a:spcPts val="800"/>
              </a:spcAft>
              <a:buSzPts val="1000"/>
              <a:buFont typeface="Symbol" panose="05050102010706020507" pitchFamily="18" charset="2"/>
              <a:buChar char=""/>
              <a:tabLst>
                <a:tab pos="914400" algn="l"/>
              </a:tabLst>
            </a:pPr>
            <a:r>
              <a:rPr lang="en-US" b="1" kern="100" dirty="0">
                <a:effectLst/>
                <a:latin typeface="Calibri" panose="020F0502020204030204" pitchFamily="34" charset="0"/>
                <a:ea typeface="Calibri" panose="020F0502020204030204" pitchFamily="34" charset="0"/>
                <a:cs typeface="Times New Roman" panose="02020603050405020304" pitchFamily="18" charset="0"/>
              </a:rPr>
              <a:t>Key Features:</a:t>
            </a:r>
          </a:p>
          <a:p>
            <a:pPr marL="1143000" marR="0" lvl="2" indent="-228600">
              <a:lnSpc>
                <a:spcPct val="107000"/>
              </a:lnSpc>
              <a:spcBef>
                <a:spcPts val="0"/>
              </a:spcBef>
              <a:spcAft>
                <a:spcPts val="800"/>
              </a:spcAft>
              <a:buSzPts val="1000"/>
              <a:buFont typeface="Symbol" panose="05050102010706020507" pitchFamily="18" charset="2"/>
              <a:buChar char=""/>
              <a:tabLst>
                <a:tab pos="1371600" algn="l"/>
              </a:tabLst>
            </a:pP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Ultra-low latency for real-time applications (e.g., autonomous vehicles, AV/VR mobile gaming).</a:t>
            </a:r>
          </a:p>
          <a:p>
            <a:pPr marL="1143000" marR="0" lvl="2" indent="-228600">
              <a:lnSpc>
                <a:spcPct val="107000"/>
              </a:lnSpc>
              <a:spcBef>
                <a:spcPts val="0"/>
              </a:spcBef>
              <a:spcAft>
                <a:spcPts val="800"/>
              </a:spcAft>
              <a:buSzPts val="1000"/>
              <a:buFont typeface="Symbol" panose="05050102010706020507" pitchFamily="18" charset="2"/>
              <a:buChar char=""/>
              <a:tabLst>
                <a:tab pos="1371600" algn="l"/>
              </a:tabLst>
            </a:pP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Massive device connectivity, supporting IoT and smart cities.</a:t>
            </a:r>
          </a:p>
          <a:p>
            <a:pPr marL="1143000" marR="0" lvl="2" indent="-228600">
              <a:lnSpc>
                <a:spcPct val="107000"/>
              </a:lnSpc>
              <a:spcBef>
                <a:spcPts val="0"/>
              </a:spcBef>
              <a:spcAft>
                <a:spcPts val="800"/>
              </a:spcAft>
              <a:buSzPts val="1000"/>
              <a:buFont typeface="Symbol" panose="05050102010706020507" pitchFamily="18" charset="2"/>
              <a:buChar char=""/>
              <a:tabLst>
                <a:tab pos="1371600" algn="l"/>
              </a:tabLst>
            </a:pP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Higher data rates, lower latency, greater connection density, and improved reliability.</a:t>
            </a:r>
          </a:p>
          <a:p>
            <a:pPr marL="742950" marR="0" lvl="1" indent="-285750">
              <a:lnSpc>
                <a:spcPct val="107000"/>
              </a:lnSpc>
              <a:spcBef>
                <a:spcPts val="0"/>
              </a:spcBef>
              <a:spcAft>
                <a:spcPts val="800"/>
              </a:spcAft>
              <a:buSzPts val="1000"/>
              <a:buFont typeface="Symbol" panose="05050102010706020507" pitchFamily="18" charset="2"/>
              <a:buChar char=""/>
              <a:tabLst>
                <a:tab pos="914400" algn="l"/>
              </a:tabLst>
            </a:pP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marR="0" lvl="1" indent="-285750">
              <a:lnSpc>
                <a:spcPct val="107000"/>
              </a:lnSpc>
              <a:spcBef>
                <a:spcPts val="0"/>
              </a:spcBef>
              <a:spcAft>
                <a:spcPts val="800"/>
              </a:spcAft>
              <a:buSzPts val="1000"/>
              <a:buFont typeface="Symbol" panose="05050102010706020507" pitchFamily="18" charset="2"/>
              <a:buChar char=""/>
              <a:tabLst>
                <a:tab pos="914400" algn="l"/>
              </a:tabLst>
            </a:pPr>
            <a:r>
              <a:rPr lang="en-US" b="1" kern="100" dirty="0">
                <a:effectLst/>
                <a:latin typeface="Calibri" panose="020F0502020204030204" pitchFamily="34" charset="0"/>
                <a:ea typeface="Calibri" panose="020F0502020204030204" pitchFamily="34" charset="0"/>
                <a:cs typeface="Times New Roman" panose="02020603050405020304" pitchFamily="18" charset="0"/>
              </a:rPr>
              <a:t>Security Challenges:</a:t>
            </a:r>
          </a:p>
          <a:p>
            <a:pPr marL="1143000" marR="0" lvl="2" indent="-228600">
              <a:lnSpc>
                <a:spcPct val="107000"/>
              </a:lnSpc>
              <a:spcBef>
                <a:spcPts val="0"/>
              </a:spcBef>
              <a:spcAft>
                <a:spcPts val="800"/>
              </a:spcAft>
              <a:buSzPts val="1000"/>
              <a:buFont typeface="Symbol" panose="05050102010706020507" pitchFamily="18" charset="2"/>
              <a:buChar char=""/>
              <a:tabLst>
                <a:tab pos="1371600" algn="l"/>
              </a:tabLst>
            </a:pP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More data being transferred at a faster rate, multiplies the difficulty of information security</a:t>
            </a:r>
          </a:p>
          <a:p>
            <a:pPr marL="1143000" marR="0" lvl="2" indent="-228600">
              <a:lnSpc>
                <a:spcPct val="107000"/>
              </a:lnSpc>
              <a:spcBef>
                <a:spcPts val="0"/>
              </a:spcBef>
              <a:spcAft>
                <a:spcPts val="800"/>
              </a:spcAft>
              <a:buSzPts val="1000"/>
              <a:buFont typeface="Symbol" panose="05050102010706020507" pitchFamily="18" charset="2"/>
              <a:buChar char=""/>
              <a:tabLst>
                <a:tab pos="1371600" algn="l"/>
              </a:tabLst>
            </a:pP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Becoming too dependent on autonomy</a:t>
            </a:r>
          </a:p>
          <a:p>
            <a:pPr marL="1143000" marR="0" lvl="2" indent="-228600">
              <a:lnSpc>
                <a:spcPct val="107000"/>
              </a:lnSpc>
              <a:spcBef>
                <a:spcPts val="0"/>
              </a:spcBef>
              <a:spcAft>
                <a:spcPts val="800"/>
              </a:spcAft>
              <a:buSzPts val="1000"/>
              <a:buFont typeface="Symbol" panose="05050102010706020507" pitchFamily="18" charset="2"/>
              <a:buChar char=""/>
              <a:tabLst>
                <a:tab pos="1371600" algn="l"/>
              </a:tabLst>
            </a:pPr>
            <a:r>
              <a:rPr lang="en-US" sz="1600" kern="100" dirty="0">
                <a:latin typeface="Calibri" panose="020F0502020204030204" pitchFamily="34" charset="0"/>
                <a:ea typeface="Calibri" panose="020F0502020204030204" pitchFamily="34" charset="0"/>
                <a:cs typeface="Times New Roman" panose="02020603050405020304" pitchFamily="18" charset="0"/>
              </a:rPr>
              <a:t>IoT vulnerabilities</a:t>
            </a:r>
            <a:endParaRPr lang="en-US"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Content Placeholder 3">
            <a:extLst>
              <a:ext uri="{FF2B5EF4-FFF2-40B4-BE49-F238E27FC236}">
                <a16:creationId xmlns:a16="http://schemas.microsoft.com/office/drawing/2014/main" id="{C626B148-C150-7CF4-A836-F97CD23C2F49}"/>
              </a:ext>
            </a:extLst>
          </p:cNvPr>
          <p:cNvSpPr txBox="1">
            <a:spLocks/>
          </p:cNvSpPr>
          <p:nvPr/>
        </p:nvSpPr>
        <p:spPr>
          <a:xfrm>
            <a:off x="6276109" y="1735912"/>
            <a:ext cx="5597235" cy="3477490"/>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457200" lvl="1" indent="0">
              <a:lnSpc>
                <a:spcPct val="107000"/>
              </a:lnSpc>
              <a:spcAft>
                <a:spcPts val="800"/>
              </a:spcAft>
              <a:buSzPts val="1000"/>
              <a:buFont typeface="Arial"/>
              <a:buNone/>
              <a:tabLst>
                <a:tab pos="914400" algn="l"/>
              </a:tabLst>
            </a:pPr>
            <a:r>
              <a:rPr lang="en-US" b="1" kern="100" dirty="0">
                <a:latin typeface="Calibri" panose="020F0502020204030204" pitchFamily="34" charset="0"/>
                <a:ea typeface="Calibri" panose="020F0502020204030204" pitchFamily="34" charset="0"/>
                <a:cs typeface="Times New Roman" panose="02020603050405020304" pitchFamily="18" charset="0"/>
              </a:rPr>
              <a:t>How these security challenges have been addressed</a:t>
            </a:r>
            <a:r>
              <a:rPr lang="en-US" kern="100" dirty="0">
                <a:latin typeface="Calibri" panose="020F0502020204030204" pitchFamily="34" charset="0"/>
                <a:ea typeface="Calibri" panose="020F0502020204030204" pitchFamily="34" charset="0"/>
                <a:cs typeface="Times New Roman" panose="02020603050405020304" pitchFamily="18" charset="0"/>
              </a:rPr>
              <a:t>:</a:t>
            </a:r>
          </a:p>
          <a:p>
            <a:pPr marL="1143000" lvl="2" indent="-228600">
              <a:lnSpc>
                <a:spcPct val="107000"/>
              </a:lnSpc>
              <a:spcAft>
                <a:spcPts val="800"/>
              </a:spcAft>
              <a:buSzPts val="1000"/>
              <a:buFont typeface="Symbol" panose="05050102010706020507" pitchFamily="18" charset="2"/>
              <a:buChar char=""/>
              <a:tabLst>
                <a:tab pos="1371600" algn="l"/>
              </a:tabLst>
            </a:pPr>
            <a:r>
              <a:rPr lang="en-US" sz="1600" kern="100" dirty="0">
                <a:latin typeface="Calibri" panose="020F0502020204030204" pitchFamily="34" charset="0"/>
                <a:ea typeface="Calibri" panose="020F0502020204030204" pitchFamily="34" charset="0"/>
                <a:cs typeface="Times New Roman" panose="02020603050405020304" pitchFamily="18" charset="0"/>
              </a:rPr>
              <a:t>Stronger security controls</a:t>
            </a:r>
          </a:p>
          <a:p>
            <a:pPr marL="1143000" lvl="2" indent="-228600">
              <a:lnSpc>
                <a:spcPct val="107000"/>
              </a:lnSpc>
              <a:spcAft>
                <a:spcPts val="800"/>
              </a:spcAft>
              <a:buSzPts val="1000"/>
              <a:buFont typeface="Symbol" panose="05050102010706020507" pitchFamily="18" charset="2"/>
              <a:buChar char=""/>
              <a:tabLst>
                <a:tab pos="1371600" algn="l"/>
              </a:tabLst>
            </a:pPr>
            <a:r>
              <a:rPr lang="en-US" sz="1600" kern="100" dirty="0">
                <a:latin typeface="Calibri" panose="020F0502020204030204" pitchFamily="34" charset="0"/>
                <a:ea typeface="Calibri" panose="020F0502020204030204" pitchFamily="34" charset="0"/>
                <a:cs typeface="Times New Roman" panose="02020603050405020304" pitchFamily="18" charset="0"/>
              </a:rPr>
              <a:t>AI-based cybersecurity and data analysis support through automation.</a:t>
            </a:r>
          </a:p>
        </p:txBody>
      </p:sp>
    </p:spTree>
    <p:extLst>
      <p:ext uri="{BB962C8B-B14F-4D97-AF65-F5344CB8AC3E}">
        <p14:creationId xmlns:p14="http://schemas.microsoft.com/office/powerpoint/2010/main" val="1345628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light spots">
            <a:extLst>
              <a:ext uri="{FF2B5EF4-FFF2-40B4-BE49-F238E27FC236}">
                <a16:creationId xmlns:a16="http://schemas.microsoft.com/office/drawing/2014/main" id="{20A520D0-11CF-4639-8537-F56A8A2FDCFD}"/>
              </a:ext>
            </a:extLst>
          </p:cNvPr>
          <p:cNvPicPr>
            <a:picLocks noChangeAspect="1"/>
          </p:cNvPicPr>
          <p:nvPr/>
        </p:nvPicPr>
        <p:blipFill rotWithShape="1">
          <a:blip r:embed="rId3">
            <a:alphaModFix amt="20000"/>
            <a:extLst>
              <a:ext uri="{28A0092B-C50C-407E-A947-70E740481C1C}">
                <a14:useLocalDpi xmlns:a14="http://schemas.microsoft.com/office/drawing/2010/main"/>
              </a:ext>
            </a:extLst>
          </a:blip>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D44BCB7C-A6FC-4118-9027-468ECFDE6455}"/>
              </a:ext>
            </a:extLst>
          </p:cNvPr>
          <p:cNvSpPr>
            <a:spLocks noGrp="1"/>
          </p:cNvSpPr>
          <p:nvPr>
            <p:ph type="ctrTitle"/>
          </p:nvPr>
        </p:nvSpPr>
        <p:spPr>
          <a:xfrm>
            <a:off x="387927" y="2157462"/>
            <a:ext cx="3595543" cy="1157622"/>
          </a:xfrm>
        </p:spPr>
        <p:txBody>
          <a:bodyPr>
            <a:normAutofit/>
          </a:bodyPr>
          <a:lstStyle/>
          <a:p>
            <a:r>
              <a:rPr lang="en-US" b="1" dirty="0"/>
              <a:t>References</a:t>
            </a:r>
          </a:p>
        </p:txBody>
      </p:sp>
      <p:sp>
        <p:nvSpPr>
          <p:cNvPr id="7" name="TextBox 6">
            <a:extLst>
              <a:ext uri="{FF2B5EF4-FFF2-40B4-BE49-F238E27FC236}">
                <a16:creationId xmlns:a16="http://schemas.microsoft.com/office/drawing/2014/main" id="{8F35954B-AB01-2446-A626-E35FFA95B5D5}"/>
              </a:ext>
            </a:extLst>
          </p:cNvPr>
          <p:cNvSpPr txBox="1"/>
          <p:nvPr/>
        </p:nvSpPr>
        <p:spPr>
          <a:xfrm>
            <a:off x="5659295" y="1108364"/>
            <a:ext cx="5098473" cy="4801314"/>
          </a:xfrm>
          <a:prstGeom prst="rect">
            <a:avLst/>
          </a:prstGeom>
          <a:noFill/>
        </p:spPr>
        <p:txBody>
          <a:bodyPr wrap="square" rtlCol="0">
            <a:spAutoFit/>
          </a:bodyPr>
          <a:lstStyle/>
          <a:p>
            <a:r>
              <a:rPr lang="en-US" dirty="0"/>
              <a:t>“Security Challenges In The 5G World And How To Overcome Them” Jul 5, 2021,09:00am by Prakash Gupta</a:t>
            </a:r>
          </a:p>
          <a:p>
            <a:r>
              <a:rPr lang="en-US" dirty="0">
                <a:hlinkClick r:id="rId4"/>
              </a:rPr>
              <a:t>	https://www.forbes.com/sites/forbestechcouncil/2021/07/05/security-challenges-in-the-5g-world-and-how-to-overcome-them/?sh=72eab550ee9c</a:t>
            </a:r>
            <a:endParaRPr lang="en-US" dirty="0"/>
          </a:p>
          <a:p>
            <a:endParaRPr lang="en-US" dirty="0"/>
          </a:p>
          <a:p>
            <a:endParaRPr lang="en-US" dirty="0"/>
          </a:p>
          <a:p>
            <a:r>
              <a:rPr lang="en-US" dirty="0"/>
              <a:t>“A Timeline from 1G to 5G: The Evolution of Mobile Communication” 11th August 2023 by Kevin Moore</a:t>
            </a:r>
          </a:p>
          <a:p>
            <a:r>
              <a:rPr lang="en-US" dirty="0">
                <a:hlinkClick r:id="rId5"/>
              </a:rPr>
              <a:t>	https://www.mpirical.com/blog/the-evolution-of-mobile-communication</a:t>
            </a:r>
            <a:endParaRPr lang="en-US" dirty="0"/>
          </a:p>
          <a:p>
            <a:endParaRPr lang="en-US" dirty="0"/>
          </a:p>
          <a:p>
            <a:endParaRPr lang="en-US" dirty="0"/>
          </a:p>
          <a:p>
            <a:r>
              <a:rPr lang="en-US" dirty="0"/>
              <a:t>Doherty, Jim. 2022. “Wireless and Mobile Device Security: Second Edition” Burlington, Massachusetts : Jones &amp; Bartlett Learning (2002)</a:t>
            </a:r>
          </a:p>
        </p:txBody>
      </p:sp>
    </p:spTree>
    <p:extLst>
      <p:ext uri="{BB962C8B-B14F-4D97-AF65-F5344CB8AC3E}">
        <p14:creationId xmlns:p14="http://schemas.microsoft.com/office/powerpoint/2010/main" val="293993086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3F296A"/>
      </a:dk2>
      <a:lt2>
        <a:srgbClr val="EBEBEB"/>
      </a:lt2>
      <a:accent1>
        <a:srgbClr val="E84574"/>
      </a:accent1>
      <a:accent2>
        <a:srgbClr val="798FF2"/>
      </a:accent2>
      <a:accent3>
        <a:srgbClr val="95C369"/>
      </a:accent3>
      <a:accent4>
        <a:srgbClr val="EE875A"/>
      </a:accent4>
      <a:accent5>
        <a:srgbClr val="C363E8"/>
      </a:accent5>
      <a:accent6>
        <a:srgbClr val="6AADC8"/>
      </a:accent6>
      <a:hlink>
        <a:srgbClr val="FE80C7"/>
      </a:hlink>
      <a:folHlink>
        <a:srgbClr val="FBA3EC"/>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93813dd7ca6ad654711aa0ab317e03a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f11dc0ce689dd3925e84e4e35398c6e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A0D51BCB-0419-432E-B7F1-25548446A625}">
  <ds:schemaRefs>
    <ds:schemaRef ds:uri="http://schemas.microsoft.com/sharepoint/v3/contenttype/forms"/>
  </ds:schemaRefs>
</ds:datastoreItem>
</file>

<file path=customXml/itemProps2.xml><?xml version="1.0" encoding="utf-8"?>
<ds:datastoreItem xmlns:ds="http://schemas.openxmlformats.org/officeDocument/2006/customXml" ds:itemID="{9E8D3305-1D9D-4BC8-A40F-6F8AE50BD76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F08B90B-70ED-4539-9C14-FB2728D9064F}">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Future design</Template>
  <TotalTime>61</TotalTime>
  <Words>682</Words>
  <Application>Microsoft Office PowerPoint</Application>
  <PresentationFormat>Widescreen</PresentationFormat>
  <Paragraphs>91</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Symbol</vt:lpstr>
      <vt:lpstr>Celestial</vt:lpstr>
      <vt:lpstr>Advancements of generations of mobile technology</vt:lpstr>
      <vt:lpstr>Global technology</vt:lpstr>
      <vt:lpstr>1G (First Generation):</vt:lpstr>
      <vt:lpstr>2G (second Generation):</vt:lpstr>
      <vt:lpstr>3G (third Generation):</vt:lpstr>
      <vt:lpstr>4G (Fourth Generation):</vt:lpstr>
      <vt:lpstr>5G (Fifth Generation):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Advancements of generations of mobile technology</dc:title>
  <dc:creator>Andre Hardy</dc:creator>
  <cp:lastModifiedBy>Andre Hardy</cp:lastModifiedBy>
  <cp:revision>1</cp:revision>
  <dcterms:created xsi:type="dcterms:W3CDTF">2023-11-01T23:35:56Z</dcterms:created>
  <dcterms:modified xsi:type="dcterms:W3CDTF">2023-11-02T00:36:58Z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