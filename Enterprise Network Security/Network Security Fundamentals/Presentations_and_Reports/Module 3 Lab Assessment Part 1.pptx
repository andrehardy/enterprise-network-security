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74" r:id="rId5"/>
    <p:sldId id="278" r:id="rId6"/>
    <p:sldId id="288" r:id="rId7"/>
    <p:sldId id="290" r:id="rId8"/>
    <p:sldId id="292" r:id="rId9"/>
    <p:sldId id="289" r:id="rId10"/>
    <p:sldId id="271" r:id="rId11"/>
    <p:sldId id="27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3" autoAdjust="0"/>
    <p:restoredTop sz="94598" autoAdjust="0"/>
  </p:normalViewPr>
  <p:slideViewPr>
    <p:cSldViewPr snapToGrid="0">
      <p:cViewPr varScale="1">
        <p:scale>
          <a:sx n="87" d="100"/>
          <a:sy n="87" d="100"/>
        </p:scale>
        <p:origin x="120" y="2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49352-39CB-486C-AEA5-5D17795DD0C7}" type="datetimeFigureOut">
              <a:rPr lang="en-US" smtClean="0"/>
              <a:t>11/20/2023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0E6F85-6220-421D-9203-84F526C4C6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255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8F3494-0491-4803-BC84-8A9DE4958074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040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2728D19-281F-4946-9684-65A557653DD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12D4F2-D8CF-48D7-8E93-9342D2AE3950}"/>
              </a:ext>
            </a:extLst>
          </p:cNvPr>
          <p:cNvSpPr/>
          <p:nvPr userDrawn="1"/>
        </p:nvSpPr>
        <p:spPr>
          <a:xfrm rot="10800000" flipH="1">
            <a:off x="0" y="0"/>
            <a:ext cx="12191999" cy="6858000"/>
          </a:xfrm>
          <a:prstGeom prst="rect">
            <a:avLst/>
          </a:prstGeom>
          <a:gradFill>
            <a:gsLst>
              <a:gs pos="0">
                <a:schemeClr val="accent5">
                  <a:alpha val="75000"/>
                </a:schemeClr>
              </a:gs>
              <a:gs pos="100000">
                <a:schemeClr val="tx2">
                  <a:lumMod val="50000"/>
                  <a:lumOff val="50000"/>
                  <a:alpha val="48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1071F9-5F9E-43AF-B1F9-8F94CCA0D1D0}"/>
              </a:ext>
            </a:extLst>
          </p:cNvPr>
          <p:cNvSpPr/>
          <p:nvPr userDrawn="1"/>
        </p:nvSpPr>
        <p:spPr>
          <a:xfrm rot="10800000">
            <a:off x="-4" y="456773"/>
            <a:ext cx="12191999" cy="6400800"/>
          </a:xfrm>
          <a:prstGeom prst="rect">
            <a:avLst/>
          </a:prstGeom>
          <a:gradFill>
            <a:gsLst>
              <a:gs pos="0">
                <a:schemeClr val="accent5">
                  <a:alpha val="37000"/>
                </a:schemeClr>
              </a:gs>
              <a:gs pos="92000">
                <a:schemeClr val="accent2">
                  <a:alpha val="75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54D1A4-E8FD-4E5A-A528-35498A356680}"/>
              </a:ext>
            </a:extLst>
          </p:cNvPr>
          <p:cNvSpPr/>
          <p:nvPr userDrawn="1"/>
        </p:nvSpPr>
        <p:spPr>
          <a:xfrm rot="10800000" flipH="1">
            <a:off x="-2" y="0"/>
            <a:ext cx="6096001" cy="6858000"/>
          </a:xfrm>
          <a:prstGeom prst="rect">
            <a:avLst/>
          </a:prstGeom>
          <a:gradFill>
            <a:gsLst>
              <a:gs pos="13000">
                <a:schemeClr val="accent2">
                  <a:alpha val="61000"/>
                </a:schemeClr>
              </a:gs>
              <a:gs pos="99000">
                <a:schemeClr val="accent4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D6FD0CF-1406-477D-A12B-53DC561BD0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2918" y="1028700"/>
            <a:ext cx="10614211" cy="1152712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Click to edit Master title style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30DFABF-2A96-46EC-8C35-1C4A9D0A0739}"/>
              </a:ext>
            </a:extLst>
          </p:cNvPr>
          <p:cNvSpPr/>
          <p:nvPr userDrawn="1"/>
        </p:nvSpPr>
        <p:spPr>
          <a:xfrm rot="16200000" flipH="1">
            <a:off x="4063256" y="400727"/>
            <a:ext cx="4065484" cy="8849062"/>
          </a:xfrm>
          <a:custGeom>
            <a:avLst/>
            <a:gdLst>
              <a:gd name="connsiteX0" fmla="*/ 0 w 4065484"/>
              <a:gd name="connsiteY0" fmla="*/ 4424531 h 8849062"/>
              <a:gd name="connsiteX1" fmla="*/ 3899197 w 4065484"/>
              <a:gd name="connsiteY1" fmla="*/ 8840480 h 8849062"/>
              <a:gd name="connsiteX2" fmla="*/ 4065484 w 4065484"/>
              <a:gd name="connsiteY2" fmla="*/ 8849062 h 8849062"/>
              <a:gd name="connsiteX3" fmla="*/ 4065483 w 4065484"/>
              <a:gd name="connsiteY3" fmla="*/ 0 h 8849062"/>
              <a:gd name="connsiteX4" fmla="*/ 3899197 w 4065484"/>
              <a:gd name="connsiteY4" fmla="*/ 8581 h 8849062"/>
              <a:gd name="connsiteX5" fmla="*/ 0 w 4065484"/>
              <a:gd name="connsiteY5" fmla="*/ 4424531 h 884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65484" h="8849062">
                <a:moveTo>
                  <a:pt x="0" y="4424531"/>
                </a:moveTo>
                <a:cubicBezTo>
                  <a:pt x="0" y="6722831"/>
                  <a:pt x="1709076" y="8613167"/>
                  <a:pt x="3899197" y="8840480"/>
                </a:cubicBezTo>
                <a:lnTo>
                  <a:pt x="4065484" y="8849062"/>
                </a:lnTo>
                <a:lnTo>
                  <a:pt x="4065483" y="0"/>
                </a:lnTo>
                <a:lnTo>
                  <a:pt x="3899197" y="8581"/>
                </a:lnTo>
                <a:cubicBezTo>
                  <a:pt x="1709075" y="235897"/>
                  <a:pt x="0" y="2126232"/>
                  <a:pt x="0" y="4424531"/>
                </a:cubicBezTo>
                <a:close/>
              </a:path>
            </a:pathLst>
          </a:custGeom>
          <a:gradFill flip="none" rotWithShape="1">
            <a:gsLst>
              <a:gs pos="7000">
                <a:schemeClr val="accent4">
                  <a:lumMod val="60000"/>
                  <a:lumOff val="40000"/>
                  <a:alpha val="3000"/>
                </a:schemeClr>
              </a:gs>
              <a:gs pos="100000">
                <a:schemeClr val="bg1">
                  <a:alpha val="16000"/>
                </a:schemeClr>
              </a:gs>
            </a:gsLst>
            <a:lin ang="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Subtitle 7">
            <a:extLst>
              <a:ext uri="{FF2B5EF4-FFF2-40B4-BE49-F238E27FC236}">
                <a16:creationId xmlns:a16="http://schemas.microsoft.com/office/drawing/2014/main" id="{A943203E-4446-4D2D-AFEE-C3BCE75220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08518"/>
            <a:ext cx="9144000" cy="609600"/>
          </a:xfrm>
        </p:spPr>
        <p:txBody>
          <a:bodyPr>
            <a:normAutofit/>
          </a:bodyPr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sz="1400" b="0">
                <a:solidFill>
                  <a:schemeClr val="bg1"/>
                </a:solidFill>
                <a:latin typeface="+mj-lt"/>
              </a:rPr>
              <a:t>Click to edit Master subtitle style</a:t>
            </a:r>
            <a:endParaRPr lang="en-US" sz="140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D7662E6F-0458-41D6-A36A-37011FA74B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43302" y="3351746"/>
            <a:ext cx="7519558" cy="3506255"/>
          </a:xfrm>
          <a:custGeom>
            <a:avLst/>
            <a:gdLst>
              <a:gd name="connsiteX0" fmla="*/ 3759779 w 7519558"/>
              <a:gd name="connsiteY0" fmla="*/ 0 h 3506255"/>
              <a:gd name="connsiteX1" fmla="*/ 7513560 w 7519558"/>
              <a:gd name="connsiteY1" fmla="*/ 3387468 h 3506255"/>
              <a:gd name="connsiteX2" fmla="*/ 7519558 w 7519558"/>
              <a:gd name="connsiteY2" fmla="*/ 3506255 h 3506255"/>
              <a:gd name="connsiteX3" fmla="*/ 0 w 7519558"/>
              <a:gd name="connsiteY3" fmla="*/ 3506255 h 3506255"/>
              <a:gd name="connsiteX4" fmla="*/ 5998 w 7519558"/>
              <a:gd name="connsiteY4" fmla="*/ 3387468 h 3506255"/>
              <a:gd name="connsiteX5" fmla="*/ 3759779 w 7519558"/>
              <a:gd name="connsiteY5" fmla="*/ 0 h 3506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19558" h="3506255">
                <a:moveTo>
                  <a:pt x="3759779" y="0"/>
                </a:moveTo>
                <a:cubicBezTo>
                  <a:pt x="5713450" y="0"/>
                  <a:pt x="7320331" y="1484777"/>
                  <a:pt x="7513560" y="3387468"/>
                </a:cubicBezTo>
                <a:lnTo>
                  <a:pt x="7519558" y="3506255"/>
                </a:lnTo>
                <a:lnTo>
                  <a:pt x="0" y="3506255"/>
                </a:lnTo>
                <a:lnTo>
                  <a:pt x="5998" y="3387468"/>
                </a:lnTo>
                <a:cubicBezTo>
                  <a:pt x="199227" y="1484777"/>
                  <a:pt x="1806109" y="0"/>
                  <a:pt x="3759779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63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306F3896-19D4-4232-82CE-6C81979F6F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6409177"/>
            <a:ext cx="12192000" cy="456774"/>
            <a:chOff x="0" y="6401226"/>
            <a:chExt cx="12192000" cy="456774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91D0E40-FF26-4842-B967-3FA07E78DC55}"/>
                </a:ext>
              </a:extLst>
            </p:cNvPr>
            <p:cNvSpPr/>
            <p:nvPr/>
          </p:nvSpPr>
          <p:spPr>
            <a:xfrm rot="10800000" flipH="1">
              <a:off x="0" y="6401226"/>
              <a:ext cx="12192000" cy="456773"/>
            </a:xfrm>
            <a:prstGeom prst="rect">
              <a:avLst/>
            </a:prstGeom>
            <a:gradFill>
              <a:gsLst>
                <a:gs pos="14000">
                  <a:schemeClr val="accent4">
                    <a:alpha val="28000"/>
                  </a:schemeClr>
                </a:gs>
                <a:gs pos="100000">
                  <a:schemeClr val="accent5">
                    <a:alpha val="85000"/>
                  </a:schemeClr>
                </a:gs>
              </a:gsLst>
              <a:lin ang="6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BE4E0C1-B316-4C88-9FF8-5BA9F1C67DCE}"/>
                </a:ext>
              </a:extLst>
            </p:cNvPr>
            <p:cNvSpPr/>
            <p:nvPr/>
          </p:nvSpPr>
          <p:spPr>
            <a:xfrm flipH="1">
              <a:off x="4038602" y="6401228"/>
              <a:ext cx="8153398" cy="456772"/>
            </a:xfrm>
            <a:prstGeom prst="rect">
              <a:avLst/>
            </a:prstGeom>
            <a:gradFill>
              <a:gsLst>
                <a:gs pos="9000">
                  <a:schemeClr val="accent2">
                    <a:lumMod val="60000"/>
                    <a:lumOff val="40000"/>
                    <a:alpha val="55000"/>
                  </a:schemeClr>
                </a:gs>
                <a:gs pos="99000">
                  <a:schemeClr val="accent2"/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6F7B3B56-B1E0-482A-BCB7-F6DFF267F4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1184687" y="1185453"/>
            <a:ext cx="6408742" cy="4037835"/>
          </a:xfrm>
          <a:prstGeom prst="rect">
            <a:avLst/>
          </a:prstGeom>
          <a:gradFill>
            <a:gsLst>
              <a:gs pos="8000">
                <a:schemeClr val="accent6"/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966FDA2-772B-4D2A-AB6A-EE70A258E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043780" y="3413921"/>
            <a:ext cx="1951041" cy="403860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13291B3-B6EE-40A3-8DD7-FA478AD26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0635413">
            <a:off x="-364225" y="1757079"/>
            <a:ext cx="3900087" cy="4178958"/>
          </a:xfrm>
          <a:custGeom>
            <a:avLst/>
            <a:gdLst>
              <a:gd name="connsiteX0" fmla="*/ 2431955 w 3900087"/>
              <a:gd name="connsiteY0" fmla="*/ 93939 h 4178958"/>
              <a:gd name="connsiteX1" fmla="*/ 3900087 w 3900087"/>
              <a:gd name="connsiteY1" fmla="*/ 2089479 h 4178958"/>
              <a:gd name="connsiteX2" fmla="*/ 1810608 w 3900087"/>
              <a:gd name="connsiteY2" fmla="*/ 4178958 h 4178958"/>
              <a:gd name="connsiteX3" fmla="*/ 77979 w 3900087"/>
              <a:gd name="connsiteY3" fmla="*/ 3257727 h 4178958"/>
              <a:gd name="connsiteX4" fmla="*/ 0 w 3900087"/>
              <a:gd name="connsiteY4" fmla="*/ 3129368 h 4178958"/>
              <a:gd name="connsiteX5" fmla="*/ 831517 w 3900087"/>
              <a:gd name="connsiteY5" fmla="*/ 244058 h 4178958"/>
              <a:gd name="connsiteX6" fmla="*/ 997289 w 3900087"/>
              <a:gd name="connsiteY6" fmla="*/ 164202 h 4178958"/>
              <a:gd name="connsiteX7" fmla="*/ 1810608 w 3900087"/>
              <a:gd name="connsiteY7" fmla="*/ 0 h 4178958"/>
              <a:gd name="connsiteX8" fmla="*/ 2431955 w 390008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087" h="4178958">
                <a:moveTo>
                  <a:pt x="2431955" y="93939"/>
                </a:moveTo>
                <a:cubicBezTo>
                  <a:pt x="3282516" y="358491"/>
                  <a:pt x="3900087" y="1151865"/>
                  <a:pt x="3900087" y="2089479"/>
                </a:cubicBezTo>
                <a:cubicBezTo>
                  <a:pt x="3900087" y="3243466"/>
                  <a:pt x="2964595" y="4178958"/>
                  <a:pt x="1810608" y="4178958"/>
                </a:cubicBezTo>
                <a:cubicBezTo>
                  <a:pt x="1089366" y="4178958"/>
                  <a:pt x="453474" y="3813531"/>
                  <a:pt x="77979" y="3257727"/>
                </a:cubicBezTo>
                <a:lnTo>
                  <a:pt x="0" y="3129368"/>
                </a:lnTo>
                <a:lnTo>
                  <a:pt x="831517" y="244058"/>
                </a:lnTo>
                <a:lnTo>
                  <a:pt x="997289" y="164202"/>
                </a:lnTo>
                <a:cubicBezTo>
                  <a:pt x="1247270" y="58468"/>
                  <a:pt x="1522111" y="0"/>
                  <a:pt x="1810608" y="0"/>
                </a:cubicBezTo>
                <a:cubicBezTo>
                  <a:pt x="2026981" y="0"/>
                  <a:pt x="2235672" y="32888"/>
                  <a:pt x="2431955" y="93939"/>
                </a:cubicBezTo>
                <a:close/>
              </a:path>
            </a:pathLst>
          </a:custGeom>
          <a:gradFill>
            <a:gsLst>
              <a:gs pos="34000">
                <a:schemeClr val="bg1">
                  <a:alpha val="0"/>
                </a:schemeClr>
              </a:gs>
              <a:gs pos="100000">
                <a:schemeClr val="accent6">
                  <a:alpha val="35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997F7F-035E-456B-A91D-449104462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47595" y="413658"/>
            <a:ext cx="4400609" cy="3581400"/>
          </a:xfrm>
          <a:prstGeom prst="rect">
            <a:avLst/>
          </a:prstGeom>
          <a:gradFill>
            <a:gsLst>
              <a:gs pos="0">
                <a:schemeClr val="accent5">
                  <a:alpha val="29000"/>
                </a:schemeClr>
              </a:gs>
              <a:gs pos="100000">
                <a:schemeClr val="accent4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10052647-C66D-4244-962F-2AA82F920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6" y="586633"/>
            <a:ext cx="3125336" cy="36115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Click to edit Master title style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0" name="Footer Placeholder 4">
            <a:extLst>
              <a:ext uri="{FF2B5EF4-FFF2-40B4-BE49-F238E27FC236}">
                <a16:creationId xmlns:a16="http://schemas.microsoft.com/office/drawing/2014/main" id="{43D0BC76-B58B-4508-A4FF-DC3D3ADB5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1" y="1912217"/>
            <a:ext cx="4114800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73B76-2F23-43F4-BD43-914BAEE88CF6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778375" y="863600"/>
            <a:ext cx="3441700" cy="5130800"/>
          </a:xfrm>
        </p:spPr>
        <p:txBody>
          <a:bodyPr anchor="ctr">
            <a:normAutofit/>
          </a:bodyPr>
          <a:lstStyle>
            <a:lvl1pPr>
              <a:buNone/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Object</a:t>
            </a:r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25D66CC0-A06E-4254-AAF8-8DA80B01936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87384" y="868680"/>
            <a:ext cx="2505456" cy="1499616"/>
          </a:xfrm>
          <a:solidFill>
            <a:schemeClr val="accent6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39">
            <a:extLst>
              <a:ext uri="{FF2B5EF4-FFF2-40B4-BE49-F238E27FC236}">
                <a16:creationId xmlns:a16="http://schemas.microsoft.com/office/drawing/2014/main" id="{9E32C36A-291F-44F8-81D5-1899179E0AE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787384" y="2688336"/>
            <a:ext cx="2505456" cy="1499616"/>
          </a:xfrm>
          <a:solidFill>
            <a:schemeClr val="accent6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39">
            <a:extLst>
              <a:ext uri="{FF2B5EF4-FFF2-40B4-BE49-F238E27FC236}">
                <a16:creationId xmlns:a16="http://schemas.microsoft.com/office/drawing/2014/main" id="{E44311D2-BC20-4706-9F00-7D9178FB0A2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787384" y="4526280"/>
            <a:ext cx="2505456" cy="1499616"/>
          </a:xfrm>
          <a:solidFill>
            <a:schemeClr val="accent6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Date Placeholder 3">
            <a:extLst>
              <a:ext uri="{FF2B5EF4-FFF2-40B4-BE49-F238E27FC236}">
                <a16:creationId xmlns:a16="http://schemas.microsoft.com/office/drawing/2014/main" id="{B0C91521-9FA7-4A68-9C94-30DAE875F3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10111" y="6409170"/>
            <a:ext cx="3702392" cy="4488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Monday, February 1, 20XX</a:t>
            </a:r>
          </a:p>
        </p:txBody>
      </p:sp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43143B3C-F960-42CF-BBA0-4990E9874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9678" y="6408742"/>
            <a:ext cx="438652" cy="4488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A857F5-96C8-461D-A78C-38E92FE1C52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921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0A4A873-9306-44F1-9047-F853F0082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9893" y="457200"/>
            <a:ext cx="6230956" cy="15693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0B5C48D-A262-4537-89A8-437CBFD860E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041648" cy="1600200"/>
          </a:xfrm>
          <a:solidFill>
            <a:schemeClr val="accent6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Sample Footer Text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6702E7C4-3925-41D8-8339-6521FE726B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603470"/>
            <a:ext cx="4041648" cy="1600200"/>
          </a:xfrm>
          <a:solidFill>
            <a:schemeClr val="accent6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D748BF23-0309-4049-B999-7977CE56B28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3206940"/>
            <a:ext cx="4041648" cy="1600200"/>
          </a:xfrm>
          <a:solidFill>
            <a:schemeClr val="accent6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342D563E-638C-4E20-9FB7-739D6E4A9A9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4810409"/>
            <a:ext cx="4041648" cy="1600200"/>
          </a:xfrm>
          <a:solidFill>
            <a:schemeClr val="accent6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DCF384C-15B5-46CF-BA28-3C6898C9A979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70438" y="2368550"/>
            <a:ext cx="6230411" cy="33909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en-US" dirty="0"/>
              <a:t>Content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Monday, February 1, 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066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AE2DFFA2-22D4-4919-9C0C-45E51AF578AC}"/>
              </a:ext>
            </a:extLst>
          </p:cNvPr>
          <p:cNvSpPr/>
          <p:nvPr userDrawn="1"/>
        </p:nvSpPr>
        <p:spPr>
          <a:xfrm rot="5400000" flipH="1">
            <a:off x="-152592" y="162118"/>
            <a:ext cx="6400418" cy="6095233"/>
          </a:xfrm>
          <a:prstGeom prst="rect">
            <a:avLst/>
          </a:prstGeom>
          <a:gradFill>
            <a:gsLst>
              <a:gs pos="8000">
                <a:schemeClr val="accent6"/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4FBF45C-4020-4F59-8E88-4006B53BE427}"/>
              </a:ext>
            </a:extLst>
          </p:cNvPr>
          <p:cNvSpPr/>
          <p:nvPr userDrawn="1"/>
        </p:nvSpPr>
        <p:spPr>
          <a:xfrm rot="5400000" flipH="1">
            <a:off x="-161024" y="143687"/>
            <a:ext cx="6400418" cy="6113043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>
                  <a:lumMod val="75000"/>
                  <a:alpha val="87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FCE23BB-F1B6-4676-BAD7-56273E800FEB}"/>
              </a:ext>
            </a:extLst>
          </p:cNvPr>
          <p:cNvSpPr/>
          <p:nvPr userDrawn="1"/>
        </p:nvSpPr>
        <p:spPr>
          <a:xfrm rot="5400000" flipH="1">
            <a:off x="1932850" y="2249496"/>
            <a:ext cx="2211724" cy="6113042"/>
          </a:xfrm>
          <a:prstGeom prst="rect">
            <a:avLst/>
          </a:prstGeom>
          <a:gradFill>
            <a:gsLst>
              <a:gs pos="2000">
                <a:schemeClr val="accent5">
                  <a:alpha val="28000"/>
                </a:schemeClr>
              </a:gs>
              <a:gs pos="100000">
                <a:schemeClr val="accent4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136A792-3F80-40BE-96DB-0CDC51B9AA89}"/>
              </a:ext>
            </a:extLst>
          </p:cNvPr>
          <p:cNvSpPr/>
          <p:nvPr userDrawn="1"/>
        </p:nvSpPr>
        <p:spPr>
          <a:xfrm rot="6097846">
            <a:off x="767675" y="747345"/>
            <a:ext cx="4808302" cy="4808302"/>
          </a:xfrm>
          <a:prstGeom prst="ellipse">
            <a:avLst/>
          </a:prstGeom>
          <a:gradFill>
            <a:gsLst>
              <a:gs pos="39000">
                <a:schemeClr val="accent4">
                  <a:lumMod val="20000"/>
                  <a:lumOff val="80000"/>
                  <a:alpha val="0"/>
                </a:schemeClr>
              </a:gs>
              <a:gs pos="100000">
                <a:schemeClr val="accent6">
                  <a:alpha val="29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0A3C02BB-F8E9-47C7-AF5B-34F4E0DF2C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9154" y="987237"/>
            <a:ext cx="4506259" cy="2976491"/>
          </a:xfrm>
        </p:spPr>
        <p:txBody>
          <a:bodyPr anchor="b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>
                <a:solidFill>
                  <a:schemeClr val="bg1"/>
                </a:solidFill>
              </a:rPr>
              <a:t>Click to edit Master title style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1" name="Subtitle 2">
            <a:extLst>
              <a:ext uri="{FF2B5EF4-FFF2-40B4-BE49-F238E27FC236}">
                <a16:creationId xmlns:a16="http://schemas.microsoft.com/office/drawing/2014/main" id="{585BD763-B468-4FE3-BCE8-C2E276B77B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9154" y="4393824"/>
            <a:ext cx="4506259" cy="1597145"/>
          </a:xfrm>
        </p:spPr>
        <p:txBody>
          <a:bodyPr>
            <a:normAutofit/>
          </a:bodyPr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1400">
                <a:solidFill>
                  <a:schemeClr val="bg1"/>
                </a:solidFill>
              </a:rPr>
              <a:t>Click to edit Master subtitle style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Sample Footer Text</a:t>
            </a:r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D482A36A-6BEB-495C-8399-9E9EA28C2B3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31152" y="627063"/>
            <a:ext cx="4195763" cy="2674937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Picture Placeholder 45">
            <a:extLst>
              <a:ext uri="{FF2B5EF4-FFF2-40B4-BE49-F238E27FC236}">
                <a16:creationId xmlns:a16="http://schemas.microsoft.com/office/drawing/2014/main" id="{23DC67C7-2D14-4866-B487-E6C7EF2D18D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931152" y="3621024"/>
            <a:ext cx="4195763" cy="2674937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Date Placeholder 1">
            <a:extLst>
              <a:ext uri="{FF2B5EF4-FFF2-40B4-BE49-F238E27FC236}">
                <a16:creationId xmlns:a16="http://schemas.microsoft.com/office/drawing/2014/main" id="{2DCC7554-6615-4584-921E-91285C62C0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09560" y="6409944"/>
            <a:ext cx="3703320" cy="448056"/>
          </a:xfrm>
        </p:spPr>
        <p:txBody>
          <a:bodyPr/>
          <a:lstStyle/>
          <a:p>
            <a:r>
              <a:rPr lang="en-US" dirty="0"/>
              <a:t>Monday, February 1, 20XX</a:t>
            </a:r>
          </a:p>
        </p:txBody>
      </p:sp>
      <p:sp>
        <p:nvSpPr>
          <p:cNvPr id="49" name="Slide Number Placeholder 3">
            <a:extLst>
              <a:ext uri="{FF2B5EF4-FFF2-40B4-BE49-F238E27FC236}">
                <a16:creationId xmlns:a16="http://schemas.microsoft.com/office/drawing/2014/main" id="{564CDF61-B448-4746-A22C-52C864C15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7744" y="6409944"/>
            <a:ext cx="438912" cy="448056"/>
          </a:xfrm>
        </p:spPr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04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EC0C88D-87E5-47C3-AA92-269E45C85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1"/>
            <a:ext cx="12192003" cy="2397392"/>
          </a:xfrm>
          <a:prstGeom prst="rect">
            <a:avLst/>
          </a:prstGeom>
          <a:gradFill>
            <a:gsLst>
              <a:gs pos="8000">
                <a:schemeClr val="accent6"/>
              </a:gs>
              <a:gs pos="86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FE0F35-0AE7-48AB-9005-F1DB4BD0B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1234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17DCF-881F-4956-81AE-A6D27A88F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D4022-C31F-4C4C-B5BF-5F9730C08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603500"/>
            <a:ext cx="10190163" cy="34686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D12C7D5-A921-47A9-8619-DD3D6EC81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4834054">
            <a:off x="4822383" y="-1739232"/>
            <a:ext cx="3118759" cy="4639931"/>
          </a:xfrm>
          <a:custGeom>
            <a:avLst/>
            <a:gdLst>
              <a:gd name="connsiteX0" fmla="*/ 3118759 w 3118759"/>
              <a:gd name="connsiteY0" fmla="*/ 79510 h 4639931"/>
              <a:gd name="connsiteX1" fmla="*/ 1204940 w 3118759"/>
              <a:gd name="connsiteY1" fmla="*/ 4639931 h 4639931"/>
              <a:gd name="connsiteX2" fmla="*/ 1103495 w 3118759"/>
              <a:gd name="connsiteY2" fmla="*/ 4578302 h 4639931"/>
              <a:gd name="connsiteX3" fmla="*/ 0 w 3118759"/>
              <a:gd name="connsiteY3" fmla="*/ 2502877 h 4639931"/>
              <a:gd name="connsiteX4" fmla="*/ 2502877 w 3118759"/>
              <a:gd name="connsiteY4" fmla="*/ 0 h 4639931"/>
              <a:gd name="connsiteX5" fmla="*/ 3007294 w 3118759"/>
              <a:gd name="connsiteY5" fmla="*/ 50850 h 4639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18759" h="4639931">
                <a:moveTo>
                  <a:pt x="3118759" y="79510"/>
                </a:moveTo>
                <a:lnTo>
                  <a:pt x="1204940" y="4639931"/>
                </a:lnTo>
                <a:lnTo>
                  <a:pt x="1103495" y="4578302"/>
                </a:lnTo>
                <a:cubicBezTo>
                  <a:pt x="437725" y="4128517"/>
                  <a:pt x="0" y="3366815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2675665" y="0"/>
                  <a:pt x="2844363" y="17509"/>
                  <a:pt x="3007294" y="50850"/>
                </a:cubicBezTo>
                <a:close/>
              </a:path>
            </a:pathLst>
          </a:custGeom>
          <a:gradFill>
            <a:gsLst>
              <a:gs pos="0">
                <a:schemeClr val="accent6">
                  <a:alpha val="12000"/>
                </a:schemeClr>
              </a:gs>
              <a:gs pos="100000">
                <a:schemeClr val="accent6">
                  <a:lumMod val="60000"/>
                  <a:lumOff val="40000"/>
                  <a:alpha val="20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45EE9-11D3-436C-9D73-1AA6CCDB1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Monday, February 1, 20XX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65F17-AD75-4B7E-970D-5D4DBD5D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315B16-F859-4692-83E7-34DB86837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060818" y="0"/>
            <a:ext cx="8115300" cy="1945408"/>
          </a:xfrm>
          <a:prstGeom prst="rect">
            <a:avLst/>
          </a:prstGeom>
          <a:gradFill>
            <a:gsLst>
              <a:gs pos="0">
                <a:schemeClr val="accent6">
                  <a:alpha val="16000"/>
                </a:schemeClr>
              </a:gs>
              <a:gs pos="62000">
                <a:schemeClr val="accent5">
                  <a:alpha val="0"/>
                </a:scheme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559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EC0C88D-87E5-47C3-AA92-269E45C85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1"/>
            <a:ext cx="12192003" cy="2397392"/>
          </a:xfrm>
          <a:prstGeom prst="rect">
            <a:avLst/>
          </a:prstGeom>
          <a:gradFill>
            <a:gsLst>
              <a:gs pos="8000">
                <a:schemeClr val="accent6"/>
              </a:gs>
              <a:gs pos="86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FE0F35-0AE7-48AB-9005-F1DB4BD0B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1234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17DCF-881F-4956-81AE-A6D27A88F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D4022-C31F-4C4C-B5BF-5F9730C08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0803" y="2865438"/>
            <a:ext cx="10240960" cy="27086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D12C7D5-A921-47A9-8619-DD3D6EC81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4834054">
            <a:off x="4822383" y="-1739232"/>
            <a:ext cx="3118759" cy="4639931"/>
          </a:xfrm>
          <a:custGeom>
            <a:avLst/>
            <a:gdLst>
              <a:gd name="connsiteX0" fmla="*/ 3118759 w 3118759"/>
              <a:gd name="connsiteY0" fmla="*/ 79510 h 4639931"/>
              <a:gd name="connsiteX1" fmla="*/ 1204940 w 3118759"/>
              <a:gd name="connsiteY1" fmla="*/ 4639931 h 4639931"/>
              <a:gd name="connsiteX2" fmla="*/ 1103495 w 3118759"/>
              <a:gd name="connsiteY2" fmla="*/ 4578302 h 4639931"/>
              <a:gd name="connsiteX3" fmla="*/ 0 w 3118759"/>
              <a:gd name="connsiteY3" fmla="*/ 2502877 h 4639931"/>
              <a:gd name="connsiteX4" fmla="*/ 2502877 w 3118759"/>
              <a:gd name="connsiteY4" fmla="*/ 0 h 4639931"/>
              <a:gd name="connsiteX5" fmla="*/ 3007294 w 3118759"/>
              <a:gd name="connsiteY5" fmla="*/ 50850 h 4639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18759" h="4639931">
                <a:moveTo>
                  <a:pt x="3118759" y="79510"/>
                </a:moveTo>
                <a:lnTo>
                  <a:pt x="1204940" y="4639931"/>
                </a:lnTo>
                <a:lnTo>
                  <a:pt x="1103495" y="4578302"/>
                </a:lnTo>
                <a:cubicBezTo>
                  <a:pt x="437725" y="4128517"/>
                  <a:pt x="0" y="3366815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2675665" y="0"/>
                  <a:pt x="2844363" y="17509"/>
                  <a:pt x="3007294" y="50850"/>
                </a:cubicBezTo>
                <a:close/>
              </a:path>
            </a:pathLst>
          </a:custGeom>
          <a:gradFill>
            <a:gsLst>
              <a:gs pos="0">
                <a:schemeClr val="accent6">
                  <a:alpha val="12000"/>
                </a:schemeClr>
              </a:gs>
              <a:gs pos="100000">
                <a:schemeClr val="accent6">
                  <a:lumMod val="60000"/>
                  <a:lumOff val="40000"/>
                  <a:alpha val="20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45EE9-11D3-436C-9D73-1AA6CCDB1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Monday, February 1, 20XX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65F17-AD75-4B7E-970D-5D4DBD5D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315B16-F859-4692-83E7-34DB86837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060818" y="0"/>
            <a:ext cx="8115300" cy="1945408"/>
          </a:xfrm>
          <a:prstGeom prst="rect">
            <a:avLst/>
          </a:prstGeom>
          <a:gradFill>
            <a:gsLst>
              <a:gs pos="0">
                <a:schemeClr val="accent6">
                  <a:alpha val="16000"/>
                </a:schemeClr>
              </a:gs>
              <a:gs pos="62000">
                <a:schemeClr val="accent5">
                  <a:alpha val="0"/>
                </a:scheme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241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46EB34-1B8B-4396-BFD2-98D14076D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4460827"/>
            <a:ext cx="12192003" cy="2397392"/>
          </a:xfrm>
          <a:prstGeom prst="rect">
            <a:avLst/>
          </a:prstGeom>
          <a:gradFill>
            <a:gsLst>
              <a:gs pos="8000">
                <a:schemeClr val="accent6"/>
              </a:gs>
              <a:gs pos="86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E69A3D-D17E-4FD6-87AB-82FA30AC0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4038600" y="4463552"/>
            <a:ext cx="8153401" cy="2394447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>
                  <a:alpha val="81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AE216A4-83E5-4AF8-83B6-82171757B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4834054">
            <a:off x="2944145" y="2710934"/>
            <a:ext cx="3118759" cy="4639931"/>
          </a:xfrm>
          <a:custGeom>
            <a:avLst/>
            <a:gdLst>
              <a:gd name="connsiteX0" fmla="*/ 3118759 w 3118759"/>
              <a:gd name="connsiteY0" fmla="*/ 79510 h 4639931"/>
              <a:gd name="connsiteX1" fmla="*/ 1204940 w 3118759"/>
              <a:gd name="connsiteY1" fmla="*/ 4639931 h 4639931"/>
              <a:gd name="connsiteX2" fmla="*/ 1103495 w 3118759"/>
              <a:gd name="connsiteY2" fmla="*/ 4578302 h 4639931"/>
              <a:gd name="connsiteX3" fmla="*/ 0 w 3118759"/>
              <a:gd name="connsiteY3" fmla="*/ 2502877 h 4639931"/>
              <a:gd name="connsiteX4" fmla="*/ 2502877 w 3118759"/>
              <a:gd name="connsiteY4" fmla="*/ 0 h 4639931"/>
              <a:gd name="connsiteX5" fmla="*/ 3007294 w 3118759"/>
              <a:gd name="connsiteY5" fmla="*/ 50850 h 4639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18759" h="4639931">
                <a:moveTo>
                  <a:pt x="3118759" y="79510"/>
                </a:moveTo>
                <a:lnTo>
                  <a:pt x="1204940" y="4639931"/>
                </a:lnTo>
                <a:lnTo>
                  <a:pt x="1103495" y="4578302"/>
                </a:lnTo>
                <a:cubicBezTo>
                  <a:pt x="437725" y="4128517"/>
                  <a:pt x="0" y="3366815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2675665" y="0"/>
                  <a:pt x="2844363" y="17509"/>
                  <a:pt x="3007294" y="50850"/>
                </a:cubicBezTo>
                <a:close/>
              </a:path>
            </a:pathLst>
          </a:custGeom>
          <a:gradFill>
            <a:gsLst>
              <a:gs pos="0">
                <a:schemeClr val="accent6">
                  <a:alpha val="12000"/>
                </a:schemeClr>
              </a:gs>
              <a:gs pos="100000">
                <a:schemeClr val="accent6">
                  <a:lumMod val="60000"/>
                  <a:lumOff val="40000"/>
                  <a:alpha val="20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43141D-24A2-4BE2-B276-C20C06CB9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076701" y="4460827"/>
            <a:ext cx="8115300" cy="1945408"/>
          </a:xfrm>
          <a:prstGeom prst="rect">
            <a:avLst/>
          </a:prstGeom>
          <a:gradFill>
            <a:gsLst>
              <a:gs pos="0">
                <a:schemeClr val="accent6">
                  <a:alpha val="16000"/>
                </a:schemeClr>
              </a:gs>
              <a:gs pos="62000">
                <a:schemeClr val="accent5">
                  <a:alpha val="0"/>
                </a:scheme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A35F720A-671B-47F4-88B8-83CD2FE3B3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3807" y="4611271"/>
            <a:ext cx="10229073" cy="1171556"/>
          </a:xfrm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3600">
                <a:solidFill>
                  <a:schemeClr val="bg1"/>
                </a:solidFill>
              </a:rPr>
              <a:t>Click to edit Master title style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38168417-C3D6-45B7-898A-D94F37EA6C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1" y="5970897"/>
            <a:ext cx="9448800" cy="429904"/>
          </a:xfrm>
        </p:spPr>
        <p:txBody>
          <a:bodyPr>
            <a:normAutofit/>
          </a:bodyPr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1200">
                <a:solidFill>
                  <a:schemeClr val="bg1"/>
                </a:solidFill>
              </a:rPr>
              <a:t>Click to edit Master subtitle style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B0F7C81-3A6B-4709-B144-6A0DFEF3B8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4462272"/>
          </a:xfrm>
          <a:solidFill>
            <a:schemeClr val="accent6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Monday, February 1, 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48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ABBCEB0-C572-483A-88B2-C65A607EC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-428"/>
            <a:ext cx="12192001" cy="2386759"/>
          </a:xfrm>
          <a:prstGeom prst="rect">
            <a:avLst/>
          </a:prstGeom>
          <a:gradFill>
            <a:gsLst>
              <a:gs pos="10000">
                <a:schemeClr val="accent5">
                  <a:alpha val="86000"/>
                </a:schemeClr>
              </a:gs>
              <a:gs pos="100000">
                <a:schemeClr val="accent6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4DDF8D-E0F6-454C-9BC5-15EF5630F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4817660" y="8011"/>
            <a:ext cx="7374340" cy="2378309"/>
          </a:xfrm>
          <a:prstGeom prst="rect">
            <a:avLst/>
          </a:prstGeom>
          <a:gradFill>
            <a:gsLst>
              <a:gs pos="0">
                <a:schemeClr val="accent5">
                  <a:alpha val="0"/>
                </a:schemeClr>
              </a:gs>
              <a:gs pos="100000">
                <a:schemeClr val="accent2"/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0">
            <a:extLst>
              <a:ext uri="{FF2B5EF4-FFF2-40B4-BE49-F238E27FC236}">
                <a16:creationId xmlns:a16="http://schemas.microsoft.com/office/drawing/2014/main" id="{382B2655-24B6-4245-8B87-EE7F138879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0" y="580030"/>
            <a:ext cx="10240903" cy="1009934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team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Sample Footer Text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1866142-B2E0-46DB-B8B4-2078CE78043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5013" y="1819656"/>
            <a:ext cx="2282932" cy="2282932"/>
          </a:xfrm>
          <a:custGeom>
            <a:avLst/>
            <a:gdLst>
              <a:gd name="connsiteX0" fmla="*/ 1141466 w 2282932"/>
              <a:gd name="connsiteY0" fmla="*/ 0 h 2282932"/>
              <a:gd name="connsiteX1" fmla="*/ 2282932 w 2282932"/>
              <a:gd name="connsiteY1" fmla="*/ 1141466 h 2282932"/>
              <a:gd name="connsiteX2" fmla="*/ 1141466 w 2282932"/>
              <a:gd name="connsiteY2" fmla="*/ 2282932 h 2282932"/>
              <a:gd name="connsiteX3" fmla="*/ 0 w 2282932"/>
              <a:gd name="connsiteY3" fmla="*/ 1141466 h 2282932"/>
              <a:gd name="connsiteX4" fmla="*/ 1141466 w 2282932"/>
              <a:gd name="connsiteY4" fmla="*/ 0 h 2282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386A221-28CD-49DF-AF22-78815A6E2F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57600" y="1819656"/>
            <a:ext cx="2282932" cy="2282932"/>
          </a:xfrm>
          <a:custGeom>
            <a:avLst/>
            <a:gdLst>
              <a:gd name="connsiteX0" fmla="*/ 1141466 w 2282932"/>
              <a:gd name="connsiteY0" fmla="*/ 0 h 2282932"/>
              <a:gd name="connsiteX1" fmla="*/ 2282932 w 2282932"/>
              <a:gd name="connsiteY1" fmla="*/ 1141466 h 2282932"/>
              <a:gd name="connsiteX2" fmla="*/ 1141466 w 2282932"/>
              <a:gd name="connsiteY2" fmla="*/ 2282932 h 2282932"/>
              <a:gd name="connsiteX3" fmla="*/ 0 w 2282932"/>
              <a:gd name="connsiteY3" fmla="*/ 1141466 h 2282932"/>
              <a:gd name="connsiteX4" fmla="*/ 1141466 w 2282932"/>
              <a:gd name="connsiteY4" fmla="*/ 0 h 2282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3671C398-D779-4B1A-BD2F-395D1F3F8D2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81928" y="1819656"/>
            <a:ext cx="2282932" cy="2282932"/>
          </a:xfrm>
          <a:custGeom>
            <a:avLst/>
            <a:gdLst>
              <a:gd name="connsiteX0" fmla="*/ 1141466 w 2282932"/>
              <a:gd name="connsiteY0" fmla="*/ 0 h 2282932"/>
              <a:gd name="connsiteX1" fmla="*/ 2282932 w 2282932"/>
              <a:gd name="connsiteY1" fmla="*/ 1141466 h 2282932"/>
              <a:gd name="connsiteX2" fmla="*/ 1141466 w 2282932"/>
              <a:gd name="connsiteY2" fmla="*/ 2282932 h 2282932"/>
              <a:gd name="connsiteX3" fmla="*/ 0 w 2282932"/>
              <a:gd name="connsiteY3" fmla="*/ 1141466 h 2282932"/>
              <a:gd name="connsiteX4" fmla="*/ 1141466 w 2282932"/>
              <a:gd name="connsiteY4" fmla="*/ 0 h 2282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C283C6BE-C8D0-4726-B217-58FE337E5E8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97112" y="1819656"/>
            <a:ext cx="2282932" cy="2282932"/>
          </a:xfrm>
          <a:custGeom>
            <a:avLst/>
            <a:gdLst>
              <a:gd name="connsiteX0" fmla="*/ 1141466 w 2282932"/>
              <a:gd name="connsiteY0" fmla="*/ 0 h 2282932"/>
              <a:gd name="connsiteX1" fmla="*/ 2282932 w 2282932"/>
              <a:gd name="connsiteY1" fmla="*/ 1141466 h 2282932"/>
              <a:gd name="connsiteX2" fmla="*/ 1141466 w 2282932"/>
              <a:gd name="connsiteY2" fmla="*/ 2282932 h 2282932"/>
              <a:gd name="connsiteX3" fmla="*/ 0 w 2282932"/>
              <a:gd name="connsiteY3" fmla="*/ 1141466 h 2282932"/>
              <a:gd name="connsiteX4" fmla="*/ 1141466 w 2282932"/>
              <a:gd name="connsiteY4" fmla="*/ 0 h 2282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035F3E11-74CF-4460-9FF3-DD91B5E570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31368" y="4466873"/>
            <a:ext cx="2286000" cy="274320"/>
          </a:xfrm>
        </p:spPr>
        <p:txBody>
          <a:bodyPr/>
          <a:lstStyle>
            <a:lvl1pPr algn="ctr">
              <a:lnSpc>
                <a:spcPct val="100000"/>
              </a:lnSpc>
              <a:buNone/>
              <a:defRPr sz="1800"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7D857D03-665D-4D33-B7E8-B85D42470B0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45013" y="4877332"/>
            <a:ext cx="2286000" cy="594360"/>
          </a:xfrm>
        </p:spPr>
        <p:txBody>
          <a:bodyPr/>
          <a:lstStyle>
            <a:lvl1pPr algn="ctr">
              <a:lnSpc>
                <a:spcPct val="100000"/>
              </a:lnSpc>
              <a:buNone/>
              <a:defRPr sz="16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65D2C286-1A79-4B52-82F1-D5206026936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67663" y="4466873"/>
            <a:ext cx="2286000" cy="274320"/>
          </a:xfrm>
        </p:spPr>
        <p:txBody>
          <a:bodyPr/>
          <a:lstStyle>
            <a:lvl1pPr algn="ctr">
              <a:lnSpc>
                <a:spcPct val="100000"/>
              </a:lnSpc>
              <a:buNone/>
              <a:defRPr sz="1800"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F0B53ABB-D4AE-4C0B-9902-0C1763EE40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81308" y="4877332"/>
            <a:ext cx="2286000" cy="594360"/>
          </a:xfrm>
        </p:spPr>
        <p:txBody>
          <a:bodyPr/>
          <a:lstStyle>
            <a:lvl1pPr algn="ctr">
              <a:lnSpc>
                <a:spcPct val="100000"/>
              </a:lnSpc>
              <a:buNone/>
              <a:defRPr sz="16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3AE87779-12F2-4327-ADEE-3F31BFB8D35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90307" y="4466873"/>
            <a:ext cx="2286000" cy="274320"/>
          </a:xfrm>
        </p:spPr>
        <p:txBody>
          <a:bodyPr/>
          <a:lstStyle>
            <a:lvl1pPr algn="ctr">
              <a:lnSpc>
                <a:spcPct val="100000"/>
              </a:lnSpc>
              <a:buNone/>
              <a:defRPr sz="1800"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0DCB8055-0EA2-426F-989D-AC9932A17A1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03952" y="4877332"/>
            <a:ext cx="2286000" cy="594360"/>
          </a:xfrm>
        </p:spPr>
        <p:txBody>
          <a:bodyPr/>
          <a:lstStyle>
            <a:lvl1pPr algn="ctr">
              <a:lnSpc>
                <a:spcPct val="100000"/>
              </a:lnSpc>
              <a:buNone/>
              <a:defRPr sz="16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308EC59B-41AE-4F1B-9364-A00C479F76B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24408" y="4466873"/>
            <a:ext cx="2286000" cy="274320"/>
          </a:xfrm>
        </p:spPr>
        <p:txBody>
          <a:bodyPr/>
          <a:lstStyle>
            <a:lvl1pPr algn="ctr">
              <a:lnSpc>
                <a:spcPct val="100000"/>
              </a:lnSpc>
              <a:buNone/>
              <a:defRPr sz="1800"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BC3965F4-D2B3-4353-A638-332A3F4E704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38053" y="4877332"/>
            <a:ext cx="2286000" cy="594360"/>
          </a:xfrm>
        </p:spPr>
        <p:txBody>
          <a:bodyPr/>
          <a:lstStyle>
            <a:lvl1pPr algn="ctr">
              <a:lnSpc>
                <a:spcPct val="100000"/>
              </a:lnSpc>
              <a:buNone/>
              <a:defRPr sz="16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Monday, February 1, 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8594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368" userDrawn="1">
          <p15:clr>
            <a:srgbClr val="FBAE40"/>
          </p15:clr>
        </p15:guide>
        <p15:guide id="2" pos="3024" userDrawn="1">
          <p15:clr>
            <a:srgbClr val="FBAE40"/>
          </p15:clr>
        </p15:guide>
        <p15:guide id="3" pos="4680" userDrawn="1">
          <p15:clr>
            <a:srgbClr val="FBAE40"/>
          </p15:clr>
        </p15:guide>
        <p15:guide id="4" pos="633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0F35-0AE7-48AB-9005-F1DB4BD0B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17DCF-881F-4956-81AE-A6D27A88F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D4022-C31F-4C4C-B5BF-5F9730C08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45EE9-11D3-436C-9D73-1AA6CCDB1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Monday, February 1, 20XX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65F17-AD75-4B7E-970D-5D4DBD5D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150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 column (comparison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2D453288-3D76-40C1-BE00-223AB28F1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9EC6C3-0950-4AFE-936A-9AB5D227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36E0D-26A5-455A-A8BD-70DA8BC03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48410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D4EA0-094D-4056-9032-BFB44B408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1600" y="3018472"/>
            <a:ext cx="4841076" cy="3104856"/>
          </a:xfrm>
        </p:spPr>
        <p:txBody>
          <a:bodyPr/>
          <a:lstStyle>
            <a:lvl1pPr marL="283464" indent="-283464">
              <a:defRPr/>
            </a:lvl1pPr>
            <a:lvl2pPr marL="283464" indent="-283464">
              <a:defRPr/>
            </a:lvl2pPr>
            <a:lvl3pPr marL="283464" indent="-283464">
              <a:defRPr/>
            </a:lvl3pPr>
            <a:lvl4pPr marL="283464" indent="-283464">
              <a:defRPr/>
            </a:lvl4pPr>
            <a:lvl5pPr marL="283464" indent="-283464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C0CCE8-718F-4620-8B4A-C60EEA7B88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66560" y="2112264"/>
            <a:ext cx="48463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E86DF-0069-4D31-BDD3-A9A2F9B7B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66560" y="3018471"/>
            <a:ext cx="4841076" cy="3104857"/>
          </a:xfrm>
        </p:spPr>
        <p:txBody>
          <a:bodyPr/>
          <a:lstStyle>
            <a:lvl1pPr marL="283464" indent="-283464">
              <a:defRPr/>
            </a:lvl1pPr>
            <a:lvl2pPr marL="283464" indent="-283464">
              <a:defRPr/>
            </a:lvl2pPr>
            <a:lvl3pPr marL="283464" indent="-283464">
              <a:defRPr/>
            </a:lvl3pPr>
            <a:lvl4pPr marL="283464" indent="-283464">
              <a:defRPr/>
            </a:lvl4pPr>
            <a:lvl5pPr marL="283464" indent="-283464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A5ED06-FE54-4B86-A8D4-07D0EB08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Monday, February 1, 20XX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84B1D1-BE0C-48F4-BC74-90675A0F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478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2D453288-3D76-40C1-BE00-223AB28F1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9EC6C3-0950-4AFE-936A-9AB5D227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36E0D-26A5-455A-A8BD-70DA8BC03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32004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D4EA0-094D-4056-9032-BFB44B408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1600" y="3018472"/>
            <a:ext cx="3200400" cy="3104856"/>
          </a:xfrm>
        </p:spPr>
        <p:txBody>
          <a:bodyPr/>
          <a:lstStyle>
            <a:lvl1pPr marL="283464" indent="-283464">
              <a:defRPr/>
            </a:lvl1pPr>
            <a:lvl2pPr marL="283464" indent="-283464">
              <a:defRPr/>
            </a:lvl2pPr>
            <a:lvl3pPr marL="283464" indent="-283464">
              <a:defRPr/>
            </a:lvl3pPr>
            <a:lvl4pPr marL="283464" indent="-283464">
              <a:defRPr/>
            </a:lvl4pPr>
            <a:lvl5pPr marL="283464" indent="-283464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C0CCE8-718F-4620-8B4A-C60EEA7B88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892040" y="2109976"/>
            <a:ext cx="32004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E86DF-0069-4D31-BDD3-A9A2F9B7B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892040" y="3016183"/>
            <a:ext cx="3200400" cy="3104857"/>
          </a:xfrm>
        </p:spPr>
        <p:txBody>
          <a:bodyPr/>
          <a:lstStyle>
            <a:lvl1pPr marL="283464" indent="-283464">
              <a:defRPr/>
            </a:lvl1pPr>
            <a:lvl2pPr marL="283464" indent="-283464">
              <a:defRPr/>
            </a:lvl2pPr>
            <a:lvl3pPr marL="283464" indent="-283464">
              <a:defRPr/>
            </a:lvl3pPr>
            <a:lvl4pPr marL="283464" indent="-283464">
              <a:defRPr/>
            </a:lvl4pPr>
            <a:lvl5pPr marL="283464" indent="-283464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A7CDD05-39F5-4344-992F-995A7F9E82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12480" y="2112263"/>
            <a:ext cx="32004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93C996A2-0E21-4652-A9DD-F74F8BC040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12480" y="3018470"/>
            <a:ext cx="3200400" cy="3104857"/>
          </a:xfrm>
        </p:spPr>
        <p:txBody>
          <a:bodyPr/>
          <a:lstStyle>
            <a:lvl1pPr marL="283464" indent="-283464">
              <a:defRPr/>
            </a:lvl1pPr>
            <a:lvl2pPr marL="283464" indent="-283464">
              <a:defRPr/>
            </a:lvl2pPr>
            <a:lvl3pPr marL="283464" indent="-283464">
              <a:defRPr/>
            </a:lvl3pPr>
            <a:lvl4pPr marL="283464" indent="-283464">
              <a:defRPr/>
            </a:lvl4pPr>
            <a:lvl5pPr marL="283464" indent="-283464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A5ED06-FE54-4B86-A8D4-07D0EB08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Monday, February 1, 20XX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84B1D1-BE0C-48F4-BC74-90675A0F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7178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01A8306-2063-4EE3-B249-F2AA08C30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6096000" cy="6867136"/>
          </a:xfrm>
          <a:prstGeom prst="rect">
            <a:avLst/>
          </a:prstGeom>
          <a:gradFill>
            <a:gsLst>
              <a:gs pos="8000">
                <a:schemeClr val="accent6"/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E64438-1D32-4E70-8582-6A520002B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57200" y="17416"/>
            <a:ext cx="5638800" cy="6840584"/>
          </a:xfrm>
          <a:prstGeom prst="rect">
            <a:avLst/>
          </a:prstGeom>
          <a:gradFill>
            <a:gsLst>
              <a:gs pos="2400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>
                  <a:alpha val="8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954AC3-129F-4075-B216-D22A2C240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-170122" y="389706"/>
            <a:ext cx="6422401" cy="6096002"/>
          </a:xfrm>
          <a:prstGeom prst="rect">
            <a:avLst/>
          </a:prstGeom>
          <a:gradFill>
            <a:gsLst>
              <a:gs pos="2000">
                <a:schemeClr val="accent5">
                  <a:alpha val="28000"/>
                </a:schemeClr>
              </a:gs>
              <a:gs pos="78000">
                <a:schemeClr val="accent4"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7117C9-4AC1-4174-8CED-D839A0508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17670" y="1253114"/>
            <a:ext cx="6840582" cy="4316082"/>
          </a:xfrm>
          <a:prstGeom prst="rect">
            <a:avLst/>
          </a:prstGeom>
          <a:gradFill>
            <a:gsLst>
              <a:gs pos="44000">
                <a:schemeClr val="tx2">
                  <a:lumMod val="75000"/>
                  <a:lumOff val="25000"/>
                  <a:alpha val="11000"/>
                </a:schemeClr>
              </a:gs>
              <a:gs pos="99000">
                <a:schemeClr val="accent2">
                  <a:alpha val="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DBA4B60-FD16-4BB9-99BE-945815DB0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8997"/>
            <a:ext cx="3319895" cy="5381177"/>
          </a:xfrm>
        </p:spPr>
        <p:txBody>
          <a:bodyPr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3200">
                <a:solidFill>
                  <a:schemeClr val="bg1"/>
                </a:solidFill>
              </a:rPr>
              <a:t>Click to edit Master title style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648B8AB-3038-447E-A760-83F9D9900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4907757">
            <a:off x="-619013" y="1524958"/>
            <a:ext cx="4648282" cy="4433301"/>
          </a:xfrm>
          <a:custGeom>
            <a:avLst/>
            <a:gdLst>
              <a:gd name="connsiteX0" fmla="*/ 4465639 w 4648282"/>
              <a:gd name="connsiteY0" fmla="*/ 3013821 h 4433301"/>
              <a:gd name="connsiteX1" fmla="*/ 2324141 w 4648282"/>
              <a:gd name="connsiteY1" fmla="*/ 4433301 h 4433301"/>
              <a:gd name="connsiteX2" fmla="*/ 0 w 4648282"/>
              <a:gd name="connsiteY2" fmla="*/ 2109160 h 4433301"/>
              <a:gd name="connsiteX3" fmla="*/ 1216317 w 4648282"/>
              <a:gd name="connsiteY3" fmla="*/ 65530 h 4433301"/>
              <a:gd name="connsiteX4" fmla="*/ 1352350 w 4648282"/>
              <a:gd name="connsiteY4" fmla="*/ 0 h 4433301"/>
              <a:gd name="connsiteX5" fmla="*/ 4475994 w 4648282"/>
              <a:gd name="connsiteY5" fmla="*/ 1232791 h 4433301"/>
              <a:gd name="connsiteX6" fmla="*/ 4543793 w 4648282"/>
              <a:gd name="connsiteY6" fmla="*/ 1418031 h 4433301"/>
              <a:gd name="connsiteX7" fmla="*/ 4648282 w 4648282"/>
              <a:gd name="connsiteY7" fmla="*/ 2109160 h 4433301"/>
              <a:gd name="connsiteX8" fmla="*/ 4465639 w 4648282"/>
              <a:gd name="connsiteY8" fmla="*/ 3013821 h 4433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48282" h="4433301">
                <a:moveTo>
                  <a:pt x="4465639" y="3013821"/>
                </a:moveTo>
                <a:cubicBezTo>
                  <a:pt x="4112816" y="3847990"/>
                  <a:pt x="3286832" y="4433301"/>
                  <a:pt x="2324141" y="4433301"/>
                </a:cubicBezTo>
                <a:cubicBezTo>
                  <a:pt x="1040553" y="4433301"/>
                  <a:pt x="0" y="3392748"/>
                  <a:pt x="0" y="2109160"/>
                </a:cubicBezTo>
                <a:cubicBezTo>
                  <a:pt x="0" y="1226693"/>
                  <a:pt x="491824" y="459098"/>
                  <a:pt x="1216317" y="65530"/>
                </a:cubicBezTo>
                <a:lnTo>
                  <a:pt x="1352350" y="0"/>
                </a:lnTo>
                <a:lnTo>
                  <a:pt x="4475994" y="1232791"/>
                </a:lnTo>
                <a:lnTo>
                  <a:pt x="4543793" y="1418031"/>
                </a:lnTo>
                <a:cubicBezTo>
                  <a:pt x="4611700" y="1636359"/>
                  <a:pt x="4648282" y="1868487"/>
                  <a:pt x="4648282" y="2109160"/>
                </a:cubicBezTo>
                <a:cubicBezTo>
                  <a:pt x="4648282" y="2430057"/>
                  <a:pt x="4583247" y="2735764"/>
                  <a:pt x="4465639" y="3013821"/>
                </a:cubicBezTo>
                <a:close/>
              </a:path>
            </a:pathLst>
          </a:custGeom>
          <a:gradFill>
            <a:gsLst>
              <a:gs pos="31000">
                <a:schemeClr val="accent6">
                  <a:alpha val="10000"/>
                </a:schemeClr>
              </a:gs>
              <a:gs pos="85000">
                <a:schemeClr val="accent6">
                  <a:lumMod val="60000"/>
                  <a:lumOff val="40000"/>
                  <a:alpha val="21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Sample Footer Text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4B1264E-7B5A-4325-840D-E1994D41E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08576" y="758952"/>
            <a:ext cx="2962656" cy="251460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30B566CA-63FC-43A4-A9E1-7EC3164CB4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08576" y="3593592"/>
            <a:ext cx="2962656" cy="251460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DBD15FE-44A7-4CA5-815B-71FF4994DB1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089901" y="693738"/>
            <a:ext cx="3522980" cy="5446712"/>
          </a:xfrm>
        </p:spPr>
        <p:txBody>
          <a:bodyPr anchor="ctr"/>
          <a:lstStyle>
            <a:lvl1pPr marL="0" indent="0"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en-US" dirty="0"/>
              <a:t>Object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Monday, February 1, 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6472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9C97D6C-07B7-434E-BBAE-19379570C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3193" y="457201"/>
            <a:ext cx="3091607" cy="1727643"/>
          </a:xfrm>
        </p:spPr>
        <p:txBody>
          <a:bodyPr anchor="b">
            <a:normAutofit/>
          </a:bodyPr>
          <a:lstStyle/>
          <a:p>
            <a:r>
              <a:rPr lang="en-US" sz="2800"/>
              <a:t>Click to edit Master title style</a:t>
            </a:r>
            <a:endParaRPr lang="en-US" sz="280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A2D2C88-FFBE-4F25-871F-68A09C5F530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8119872" cy="6409944"/>
          </a:xfrm>
          <a:solidFill>
            <a:schemeClr val="accent6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0529A2-5928-42C4-B397-6AEE7520D2C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643938" y="2530475"/>
            <a:ext cx="3023806" cy="3427413"/>
          </a:xfrm>
        </p:spPr>
        <p:txBody>
          <a:bodyPr/>
          <a:lstStyle>
            <a:lvl1pPr>
              <a:buNone/>
              <a:defRPr sz="2000"/>
            </a:lvl1pPr>
            <a:lvl2pPr>
              <a:buNone/>
              <a:defRPr sz="2000"/>
            </a:lvl2pPr>
            <a:lvl3pPr>
              <a:buNone/>
              <a:defRPr sz="2000"/>
            </a:lvl3pPr>
            <a:lvl4pPr>
              <a:buNone/>
              <a:defRPr sz="2000"/>
            </a:lvl4pPr>
            <a:lvl5pPr>
              <a:buNone/>
              <a:defRPr sz="2000"/>
            </a:lvl5pPr>
          </a:lstStyle>
          <a:p>
            <a:pPr lvl="0"/>
            <a:r>
              <a:rPr lang="en-US" dirty="0"/>
              <a:t>Object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Monday, February 1, 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0365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Monday, February 1,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2051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B55F-536E-4547-A5D2-0483FC368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425"/>
            <a:ext cx="3932237" cy="1894511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17D3C-533B-4EA9-886B-FAE59956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0992" y="987425"/>
            <a:ext cx="568756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9D2E1-4B17-4608-961E-2C4719855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58510"/>
            <a:ext cx="3932237" cy="28025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A3535-184C-438C-AE91-9C42B7C5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Monday, February 1,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6DBC3-4A58-42BA-9B55-A9A72510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E6563-0AB6-4038-A12B-A259552D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8519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02C5-1E3B-4C62-A538-59BB57286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552"/>
            <a:ext cx="3932237" cy="1892808"/>
          </a:xfrm>
        </p:spPr>
        <p:txBody>
          <a:bodyPr anchor="b"/>
          <a:lstStyle>
            <a:lvl1pPr>
              <a:defRPr sz="3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2CF574-95CE-4E60-B2CF-3B5B4F33A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5319" y="987425"/>
            <a:ext cx="583324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39F7C-C735-4356-8B04-89E190479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33286"/>
            <a:ext cx="3932237" cy="2835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706DF-52A3-4F34-9BF5-E1ACD5D5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Monday, February 1,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25E53-E72E-4110-BB6B-3477F56C3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86F8F-3D62-4CEC-AD9A-B70848E6A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203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5CF8EE9-A776-4052-ABB2-29666265C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6409177"/>
            <a:ext cx="12192000" cy="456774"/>
            <a:chOff x="0" y="6401226"/>
            <a:chExt cx="12192000" cy="45677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CF2F3BB-127D-44BC-A8EF-A8BB5F5911CA}"/>
                </a:ext>
              </a:extLst>
            </p:cNvPr>
            <p:cNvSpPr/>
            <p:nvPr/>
          </p:nvSpPr>
          <p:spPr>
            <a:xfrm rot="10800000" flipH="1">
              <a:off x="0" y="6401226"/>
              <a:ext cx="12192000" cy="456773"/>
            </a:xfrm>
            <a:prstGeom prst="rect">
              <a:avLst/>
            </a:prstGeom>
            <a:gradFill>
              <a:gsLst>
                <a:gs pos="14000">
                  <a:schemeClr val="accent4">
                    <a:alpha val="28000"/>
                  </a:schemeClr>
                </a:gs>
                <a:gs pos="100000">
                  <a:schemeClr val="accent5">
                    <a:alpha val="85000"/>
                  </a:schemeClr>
                </a:gs>
              </a:gsLst>
              <a:lin ang="6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10D1F30-F118-4A1F-A48F-7E5706959F64}"/>
                </a:ext>
              </a:extLst>
            </p:cNvPr>
            <p:cNvSpPr/>
            <p:nvPr/>
          </p:nvSpPr>
          <p:spPr>
            <a:xfrm flipH="1">
              <a:off x="4038602" y="6401228"/>
              <a:ext cx="8153398" cy="456772"/>
            </a:xfrm>
            <a:prstGeom prst="rect">
              <a:avLst/>
            </a:prstGeom>
            <a:gradFill>
              <a:gsLst>
                <a:gs pos="9000">
                  <a:schemeClr val="accent2">
                    <a:lumMod val="60000"/>
                    <a:lumOff val="40000"/>
                    <a:alpha val="55000"/>
                  </a:schemeClr>
                </a:gs>
                <a:gs pos="99000">
                  <a:schemeClr val="accent2"/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AE890C-17CE-44C0-BDED-BA68F92A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10A6E-46D1-42CF-996C-2207737FB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10241280" cy="395935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B5247-D236-462B-BCE0-2A24DF75B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Monday, February 1,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55C58-7DDF-4CD4-96AD-F9CC844D8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b="0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5647-A849-45D9-BC71-46A12E6DE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C01389E6-C847-4AD0-B56D-D205B2EAB1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366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8" r:id="rId2"/>
    <p:sldLayoutId id="2147483680" r:id="rId3"/>
    <p:sldLayoutId id="2147483661" r:id="rId4"/>
    <p:sldLayoutId id="2147483686" r:id="rId5"/>
    <p:sldLayoutId id="2147483684" r:id="rId6"/>
    <p:sldLayoutId id="2147483681" r:id="rId7"/>
    <p:sldLayoutId id="2147483685" r:id="rId8"/>
    <p:sldLayoutId id="2147483650" r:id="rId9"/>
    <p:sldLayoutId id="2147483653" r:id="rId10"/>
    <p:sldLayoutId id="2147483682" r:id="rId11"/>
    <p:sldLayoutId id="2147483683" r:id="rId12"/>
    <p:sldLayoutId id="2147483679" r:id="rId13"/>
    <p:sldLayoutId id="2147483655" r:id="rId14"/>
    <p:sldLayoutId id="2147483656" r:id="rId15"/>
    <p:sldLayoutId id="2147483657" r:id="rId16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lwarebytes.com/blog/business/2023/01/key-takeaways-from-malwarebytes-2023-state-of-mobile-cybersecurity-survey" TargetMode="External"/><Relationship Id="rId7" Type="http://schemas.openxmlformats.org/officeDocument/2006/relationships/image" Target="../media/image6.jpg"/><Relationship Id="rId2" Type="http://schemas.openxmlformats.org/officeDocument/2006/relationships/hyperlink" Target="https://www.malwarebytes.com/blog/news/2023/05/duties-a-small-business-must-do-to-secure-employees-mobile-devices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nationwide.com/business/solutions-center/cybersecurity/mobile-security" TargetMode="External"/><Relationship Id="rId5" Type="http://schemas.openxmlformats.org/officeDocument/2006/relationships/hyperlink" Target="https://www.verizon.com/business/products/security/mobile-device-endpoint-security/business-mobile-secure/#:~:text=Business%20Mobile%20Secure%20is%20built,for%20desktop%20and%20mobile%20devices" TargetMode="External"/><Relationship Id="rId4" Type="http://schemas.openxmlformats.org/officeDocument/2006/relationships/hyperlink" Target="https://www.ibm.com/topics/mobile-securit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4D896123-1B32-4CB1-B2ED-E34BBC26B4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33532A47-3BF0-4F92-A773-5C134A954CB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/>
          <a:srcRect l="2661"/>
          <a:stretch/>
        </p:blipFill>
        <p:spPr>
          <a:xfrm>
            <a:off x="20" y="-1"/>
            <a:ext cx="12191980" cy="6857571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019FDB4D-987D-4C87-A179-9D4616AB2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9931"/>
            <a:ext cx="12191999" cy="5058137"/>
          </a:xfrm>
          <a:prstGeom prst="rect">
            <a:avLst/>
          </a:prstGeom>
          <a:gradFill flip="none" rotWithShape="1">
            <a:gsLst>
              <a:gs pos="50000">
                <a:schemeClr val="tx1">
                  <a:alpha val="30000"/>
                </a:schemeClr>
              </a:gs>
              <a:gs pos="80000">
                <a:schemeClr val="tx1">
                  <a:alpha val="15000"/>
                </a:schemeClr>
              </a:gs>
              <a:gs pos="0">
                <a:schemeClr val="tx1">
                  <a:alpha val="0"/>
                </a:schemeClr>
              </a:gs>
              <a:gs pos="20000">
                <a:schemeClr val="tx1">
                  <a:alpha val="15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B799020-4ABD-4E8C-8F34-FD42A314F7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9534" y="504966"/>
            <a:ext cx="8952932" cy="3043213"/>
          </a:xfrm>
        </p:spPr>
        <p:txBody>
          <a:bodyPr vert="horz" lIns="0" tIns="0" rIns="0" bIns="0" rtlCol="0" anchor="b">
            <a:normAutofit/>
          </a:bodyPr>
          <a:lstStyle/>
          <a:p>
            <a:r>
              <a:rPr lang="en-US" sz="4000" spc="750"/>
              <a:t>Security Risks OF mobile Technology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968B250-ACDF-4D57-BD3E-D18F93E457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50191" y="3749746"/>
            <a:ext cx="6291618" cy="2208321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</a:pPr>
            <a:r>
              <a:rPr lang="en-US" sz="1600" b="1" cap="all" spc="600"/>
              <a:t>Andre Hardy</a:t>
            </a:r>
          </a:p>
        </p:txBody>
      </p:sp>
    </p:spTree>
    <p:extLst>
      <p:ext uri="{BB962C8B-B14F-4D97-AF65-F5344CB8AC3E}">
        <p14:creationId xmlns:p14="http://schemas.microsoft.com/office/powerpoint/2010/main" val="300579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7" name="Rectangle 86">
            <a:extLst>
              <a:ext uri="{FF2B5EF4-FFF2-40B4-BE49-F238E27FC236}">
                <a16:creationId xmlns:a16="http://schemas.microsoft.com/office/drawing/2014/main" id="{93DAF4AA-9270-40B5-B73C-B11B9A92F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FCC368-94C3-4438-BABC-31C920479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7442"/>
            <a:ext cx="4225638" cy="1274620"/>
          </a:xfr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Mobile Security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B201BD-1A7E-1812-7124-EB0CC426931B}"/>
              </a:ext>
            </a:extLst>
          </p:cNvPr>
          <p:cNvSpPr txBox="1"/>
          <p:nvPr/>
        </p:nvSpPr>
        <p:spPr>
          <a:xfrm>
            <a:off x="851939" y="2009504"/>
            <a:ext cx="5327373" cy="360143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77% of organizations are convinced they’re capable of protecting their mobile devices—smartphones, tablets, and laptops (including Chromebooks)—from cybersecurity threats.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A third of those organizations aren’t protecting their mobile devices at all.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And that matters—in its Mobile Security Index 2022 report, Verizon reported that 45 percent of businesses suffered a major mobile-related compromise with lasting repercussions.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31D5E60A-D6B1-4F21-A993-313958AF0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15300" y="-4"/>
            <a:ext cx="4076699" cy="6858003"/>
          </a:xfrm>
          <a:prstGeom prst="rect">
            <a:avLst/>
          </a:prstGeom>
          <a:gradFill>
            <a:gsLst>
              <a:gs pos="8000">
                <a:schemeClr val="accent6"/>
              </a:gs>
              <a:gs pos="100000">
                <a:schemeClr val="accent5">
                  <a:alpha val="90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B7BB16B-E108-4C64-97D5-7AC67CC5E2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6724863" y="1390436"/>
            <a:ext cx="6857572" cy="4076700"/>
          </a:xfrm>
          <a:prstGeom prst="rect">
            <a:avLst/>
          </a:prstGeom>
          <a:gradFill>
            <a:gsLst>
              <a:gs pos="0">
                <a:schemeClr val="accent4">
                  <a:alpha val="13000"/>
                </a:schemeClr>
              </a:gs>
              <a:gs pos="99000">
                <a:schemeClr val="accent2">
                  <a:alpha val="52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5E3C6B7-507C-4330-B4B5-6B3975EF0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9678" y="6408742"/>
            <a:ext cx="438652" cy="44883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9A857F5-96C8-461D-A78C-38E92FE1C522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A5F6A003-4671-4F7B-A12E-2946D61E43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6785110" y="1451112"/>
            <a:ext cx="6858001" cy="3955771"/>
          </a:xfrm>
          <a:prstGeom prst="rect">
            <a:avLst/>
          </a:prstGeom>
          <a:gradFill>
            <a:gsLst>
              <a:gs pos="0">
                <a:schemeClr val="accent6">
                  <a:alpha val="0"/>
                </a:schemeClr>
              </a:gs>
              <a:gs pos="72000">
                <a:schemeClr val="tx2">
                  <a:lumMod val="75000"/>
                  <a:lumOff val="25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AF51DEA2-41E7-46A9-F250-8B7D27576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1085" y="2009504"/>
            <a:ext cx="5627245" cy="3601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980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27B81-0B8B-4365-8134-80651A12C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212" y="498073"/>
            <a:ext cx="10241280" cy="1234440"/>
          </a:xfrm>
        </p:spPr>
        <p:txBody>
          <a:bodyPr/>
          <a:lstStyle/>
          <a:p>
            <a:r>
              <a:rPr lang="en-US" dirty="0"/>
              <a:t>Unauthorized access &amp; data Interception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DF3FA-E37C-4F01-AB1A-E1179A1A7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7744" y="6409944"/>
            <a:ext cx="438912" cy="448056"/>
          </a:xfrm>
        </p:spPr>
        <p:txBody>
          <a:bodyPr/>
          <a:lstStyle/>
          <a:p>
            <a:fld id="{C01389E6-C847-4AD0-B56D-D205B2EAB1E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E3E919-5FA3-67E6-98F8-A373DAD3DF9A}"/>
              </a:ext>
            </a:extLst>
          </p:cNvPr>
          <p:cNvSpPr txBox="1"/>
          <p:nvPr/>
        </p:nvSpPr>
        <p:spPr>
          <a:xfrm>
            <a:off x="903383" y="2434727"/>
            <a:ext cx="1052110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Risk: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Unauthorized individuals may gain access to wireless networks or mobile devices.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Wireless networks can be susceptible to unauthorized access, allowing attackers to intercept sensitive data.</a:t>
            </a:r>
          </a:p>
          <a:p>
            <a:endParaRPr lang="en-US" dirty="0"/>
          </a:p>
          <a:p>
            <a:r>
              <a:rPr lang="en-US" dirty="0"/>
              <a:t>Mitigation: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strong, unique passwords and implement multi-factor authentication.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Regularly update and patch devices and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strong encryption protocols (e.g., WPA3 for Wi-Fi) to secure wireless communications.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 Virtual Private Networks (VPNs) to encrypt data transmitted over the network.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327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27B81-0B8B-4365-8134-80651A12C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431" y="233668"/>
            <a:ext cx="10241280" cy="1234440"/>
          </a:xfrm>
        </p:spPr>
        <p:txBody>
          <a:bodyPr/>
          <a:lstStyle/>
          <a:p>
            <a:r>
              <a:rPr lang="en-US" dirty="0"/>
              <a:t>Device Theft &amp; Loss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DF3FA-E37C-4F01-AB1A-E1179A1A7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7744" y="6409944"/>
            <a:ext cx="438912" cy="448056"/>
          </a:xfrm>
        </p:spPr>
        <p:txBody>
          <a:bodyPr/>
          <a:lstStyle/>
          <a:p>
            <a:fld id="{C01389E6-C847-4AD0-B56D-D205B2EAB1E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E3E919-5FA3-67E6-98F8-A373DAD3DF9A}"/>
              </a:ext>
            </a:extLst>
          </p:cNvPr>
          <p:cNvSpPr txBox="1"/>
          <p:nvPr/>
        </p:nvSpPr>
        <p:spPr>
          <a:xfrm>
            <a:off x="835445" y="2494710"/>
            <a:ext cx="1052110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Risk: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Mobile devices are often small and portable, making them prone to theft or loss.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Loss or theft of mobile devices can lead to unauthorized access to sensitive data.</a:t>
            </a:r>
          </a:p>
          <a:p>
            <a:endParaRPr lang="en-US" dirty="0"/>
          </a:p>
          <a:p>
            <a:r>
              <a:rPr lang="en-US" dirty="0"/>
              <a:t>Steps: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Enable device encryption to protect stored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 remote wipe capabilities to erase data in case of loss or theft.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 strong device authentication (e.g., PIN, biometrics).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Encourage users to report lost devices promptly.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613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27B81-0B8B-4365-8134-80651A12C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1234440"/>
          </a:xfrm>
        </p:spPr>
        <p:txBody>
          <a:bodyPr/>
          <a:lstStyle/>
          <a:p>
            <a:r>
              <a:rPr lang="en-US" dirty="0"/>
              <a:t>Bluetooth &amp; NFC Vulnerabilities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DF3FA-E37C-4F01-AB1A-E1179A1A7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7744" y="6409944"/>
            <a:ext cx="438912" cy="448056"/>
          </a:xfrm>
        </p:spPr>
        <p:txBody>
          <a:bodyPr/>
          <a:lstStyle/>
          <a:p>
            <a:fld id="{C01389E6-C847-4AD0-B56D-D205B2EAB1E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E3E919-5FA3-67E6-98F8-A373DAD3DF9A}"/>
              </a:ext>
            </a:extLst>
          </p:cNvPr>
          <p:cNvSpPr txBox="1"/>
          <p:nvPr/>
        </p:nvSpPr>
        <p:spPr>
          <a:xfrm>
            <a:off x="903383" y="2478795"/>
            <a:ext cx="1052110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Risk: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Bluetooth and NFC connections can be exploited for unauthorized access or data interception.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Bluetooth-enabled devices may be vulnerable to an attacker gaining control of their device or information stored on it.</a:t>
            </a:r>
          </a:p>
          <a:p>
            <a:endParaRPr lang="en-US" dirty="0"/>
          </a:p>
          <a:p>
            <a:r>
              <a:rPr lang="en-US" dirty="0"/>
              <a:t>Steps: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Disable Bluetooth and NFC when not in use.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Ensure that devices are not discoverable by default.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Keep firmware and software up to date to patch vulnerabilities.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secure pairing methods.</a:t>
            </a:r>
          </a:p>
        </p:txBody>
      </p:sp>
    </p:spTree>
    <p:extLst>
      <p:ext uri="{BB962C8B-B14F-4D97-AF65-F5344CB8AC3E}">
        <p14:creationId xmlns:p14="http://schemas.microsoft.com/office/powerpoint/2010/main" val="1793105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27B81-0B8B-4365-8134-80651A12C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1234440"/>
          </a:xfrm>
        </p:spPr>
        <p:txBody>
          <a:bodyPr/>
          <a:lstStyle/>
          <a:p>
            <a:r>
              <a:rPr lang="en-US" dirty="0"/>
              <a:t>Malware &amp; Malicious Apps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DF3FA-E37C-4F01-AB1A-E1179A1A7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7744" y="6409944"/>
            <a:ext cx="438912" cy="448056"/>
          </a:xfrm>
        </p:spPr>
        <p:txBody>
          <a:bodyPr/>
          <a:lstStyle/>
          <a:p>
            <a:fld id="{C01389E6-C847-4AD0-B56D-D205B2EAB1E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E3E919-5FA3-67E6-98F8-A373DAD3DF9A}"/>
              </a:ext>
            </a:extLst>
          </p:cNvPr>
          <p:cNvSpPr txBox="1"/>
          <p:nvPr/>
        </p:nvSpPr>
        <p:spPr>
          <a:xfrm>
            <a:off x="903383" y="2478795"/>
            <a:ext cx="1052110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Risk: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Mobile devices are susceptible to malware and malicious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Malware and malicious apps can compromise security and privacy, such as give an attacker access to your organizational data or control of your device.</a:t>
            </a:r>
          </a:p>
          <a:p>
            <a:endParaRPr lang="en-US" dirty="0"/>
          </a:p>
          <a:p>
            <a:r>
              <a:rPr lang="en-US" dirty="0"/>
              <a:t>Mitigation: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Install reputable security software.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Regularly update operating systems and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Install reputable antivirus and anti-malware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Only download apps from official app stores and be cautious of permissions requested by apps.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Keep operating systems and apps updated with the latest security patches.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172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F14649D9-001A-4ED1-8718-38FA144D158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>
          <a:xfrm>
            <a:off x="0" y="-1"/>
            <a:ext cx="4041648" cy="2076253"/>
          </a:xfr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DD88E-C342-4482-A7E8-CD06315F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1911096"/>
            <a:ext cx="4114800" cy="457200"/>
          </a:xfrm>
          <a:effectLst/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pic>
        <p:nvPicPr>
          <p:cNvPr id="27" name="Picture Placeholder 26">
            <a:extLst>
              <a:ext uri="{FF2B5EF4-FFF2-40B4-BE49-F238E27FC236}">
                <a16:creationId xmlns:a16="http://schemas.microsoft.com/office/drawing/2014/main" id="{94309FBC-D2AD-4361-8C0F-FCA96A0919A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/>
          <a:stretch/>
        </p:blipFill>
        <p:spPr>
          <a:xfrm>
            <a:off x="0" y="2076349"/>
            <a:ext cx="4041648" cy="2297346"/>
          </a:xfrm>
        </p:spPr>
      </p:pic>
      <p:pic>
        <p:nvPicPr>
          <p:cNvPr id="31" name="Picture Placeholder 30">
            <a:extLst>
              <a:ext uri="{FF2B5EF4-FFF2-40B4-BE49-F238E27FC236}">
                <a16:creationId xmlns:a16="http://schemas.microsoft.com/office/drawing/2014/main" id="{BC9BC6E1-4C26-4CC6-A927-CAD985475036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5"/>
          <a:srcRect/>
          <a:stretch/>
        </p:blipFill>
        <p:spPr>
          <a:xfrm>
            <a:off x="0" y="4373695"/>
            <a:ext cx="4041648" cy="2036152"/>
          </a:xfr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AF4EEE3-8713-423E-B3A1-79F90270657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25581" y="864273"/>
            <a:ext cx="5960779" cy="4721498"/>
          </a:xfrm>
        </p:spPr>
        <p:txBody>
          <a:bodyPr>
            <a:noAutofit/>
          </a:bodyPr>
          <a:lstStyle/>
          <a:p>
            <a:r>
              <a:rPr lang="en-US" dirty="0"/>
              <a:t>Here’s a list of some organizational duties you might want to include in your mobile security policy: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Use a mobile device management (MDM) platform. It allows an administrator to perform remote tasks, such as troubleshooting and wiping devices after a theft. More importantly, an MDM can be used to enforce strong password practices and deploy software updates.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Ensure employees use a VPN to connect to the company network. In this case, it’s vital to encrypt data in transit, so you don’t have to worry about your employees using public Wi-Fi.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Use two-factor authentication (2FA).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Educate employees on best practices for mobile security.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D29D7-172E-44FC-9DB9-37788BC0FD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5253" y="6409944"/>
            <a:ext cx="11447627" cy="448056"/>
          </a:xfrm>
        </p:spPr>
        <p:txBody>
          <a:bodyPr/>
          <a:lstStyle/>
          <a:p>
            <a:r>
              <a:rPr lang="en-US" dirty="0"/>
              <a:t>https://www.malwarebytes.com/blog/news/2023/05/duties-a-small-business-must-do-to-secure-employees-mobile-devices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4DBB0-116F-4811-B263-A1E2ADE35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7744" y="6409944"/>
            <a:ext cx="438912" cy="448056"/>
          </a:xfrm>
        </p:spPr>
        <p:txBody>
          <a:bodyPr/>
          <a:lstStyle/>
          <a:p>
            <a:fld id="{8B48EBF6-60E6-462A-9155-5FAF136BCCBC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589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3BAB28E-BAF4-438C-A475-0D041A6A1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0144" y="286601"/>
            <a:ext cx="5799513" cy="627799"/>
          </a:xfrm>
        </p:spPr>
        <p:txBody>
          <a:bodyPr vert="horz" lIns="0" tIns="0" rIns="0" bIns="0" rtlCol="0" anchor="b">
            <a:normAutofit/>
          </a:bodyPr>
          <a:lstStyle/>
          <a:p>
            <a:r>
              <a:rPr lang="en-US" sz="4000" dirty="0"/>
              <a:t>references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3EE2CE0-415A-4D6D-882C-D348C67CFBE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4231" y="1112705"/>
            <a:ext cx="6505428" cy="4830896"/>
          </a:xfrm>
        </p:spPr>
        <p:txBody>
          <a:bodyPr vert="horz" lIns="0" tIns="0" rIns="0" bIns="0" rtlCol="0">
            <a:normAutofit/>
          </a:bodyPr>
          <a:lstStyle/>
          <a:p>
            <a:pPr marL="0" indent="0"/>
            <a:r>
              <a:rPr lang="en-US" sz="1100" dirty="0"/>
              <a:t>“How small businesses can secure employees’ mobile devices” Posted: May 4, 2023 by Jovi </a:t>
            </a:r>
            <a:r>
              <a:rPr lang="en-US" sz="1100" dirty="0" err="1"/>
              <a:t>Umawing</a:t>
            </a:r>
            <a:endParaRPr lang="en-US" sz="1100" dirty="0"/>
          </a:p>
          <a:p>
            <a:pPr marL="0" indent="0">
              <a:spcBef>
                <a:spcPts val="0"/>
              </a:spcBef>
            </a:pPr>
            <a:r>
              <a:rPr lang="en-US" sz="1100" dirty="0">
                <a:hlinkClick r:id="rId2"/>
              </a:rPr>
              <a:t>https://www.malwarebytes.com/blog/news/2023/05/duties-a-small-business-must-do-to-secure-employees-mobile-devices</a:t>
            </a:r>
            <a:endParaRPr lang="en-US" sz="1100" dirty="0"/>
          </a:p>
          <a:p>
            <a:pPr marL="0" indent="0">
              <a:spcBef>
                <a:spcPts val="0"/>
              </a:spcBef>
            </a:pPr>
            <a:endParaRPr lang="en-US" sz="1100" dirty="0"/>
          </a:p>
          <a:p>
            <a:pPr marL="0" indent="0">
              <a:spcBef>
                <a:spcPts val="0"/>
              </a:spcBef>
            </a:pPr>
            <a:r>
              <a:rPr lang="en-US" sz="1100" dirty="0"/>
              <a:t>“Key takeaways from Malwarebytes 2023 State of Mobile Cybersecurity” Posted: January 23, 2023 by Bill Cozens</a:t>
            </a:r>
          </a:p>
          <a:p>
            <a:pPr marL="0" indent="0">
              <a:spcBef>
                <a:spcPts val="0"/>
              </a:spcBef>
            </a:pPr>
            <a:r>
              <a:rPr lang="en-US" sz="1100" dirty="0">
                <a:hlinkClick r:id="rId3"/>
              </a:rPr>
              <a:t>https://www.malwarebytes.com/blog/business/2023/01/key-takeaways-from-malwarebytes-2023-state-of-mobile-cybersecurity-survey</a:t>
            </a:r>
            <a:endParaRPr lang="en-US" sz="1100" dirty="0"/>
          </a:p>
          <a:p>
            <a:pPr marL="0" indent="0">
              <a:spcBef>
                <a:spcPts val="0"/>
              </a:spcBef>
            </a:pPr>
            <a:endParaRPr lang="en-US" sz="1100" dirty="0"/>
          </a:p>
          <a:p>
            <a:pPr marL="0" indent="0">
              <a:spcBef>
                <a:spcPts val="0"/>
              </a:spcBef>
            </a:pPr>
            <a:r>
              <a:rPr lang="en-US" sz="1100" dirty="0"/>
              <a:t>“What is mobile security?” 2020 IBM</a:t>
            </a:r>
          </a:p>
          <a:p>
            <a:pPr marL="0" indent="0">
              <a:spcBef>
                <a:spcPts val="0"/>
              </a:spcBef>
            </a:pPr>
            <a:r>
              <a:rPr lang="en-US" sz="1100" dirty="0">
                <a:hlinkClick r:id="rId4"/>
              </a:rPr>
              <a:t>https://www.ibm.com/topics/mobile-security</a:t>
            </a:r>
            <a:endParaRPr lang="en-US" sz="1100" dirty="0"/>
          </a:p>
          <a:p>
            <a:pPr marL="0" indent="0">
              <a:spcBef>
                <a:spcPts val="0"/>
              </a:spcBef>
            </a:pPr>
            <a:endParaRPr lang="en-US" sz="1100" dirty="0"/>
          </a:p>
          <a:p>
            <a:pPr marL="0" indent="0">
              <a:spcBef>
                <a:spcPts val="0"/>
              </a:spcBef>
            </a:pPr>
            <a:r>
              <a:rPr lang="en-US" sz="1100" dirty="0"/>
              <a:t>“Business Mobile Secure” 2023 Verizon</a:t>
            </a:r>
          </a:p>
          <a:p>
            <a:pPr marL="0" indent="0">
              <a:spcBef>
                <a:spcPts val="0"/>
              </a:spcBef>
            </a:pPr>
            <a:r>
              <a:rPr lang="en-US" sz="1100" dirty="0">
                <a:hlinkClick r:id="rId5"/>
              </a:rPr>
              <a:t>https://www.verizon.com/business/products/security/mobile-device-endpoint-security/business-mobile-secure/#:~:text=Business%20Mobile%20Secure%20is%20built,for%20desktop%20and%20mobile%20devices</a:t>
            </a:r>
            <a:r>
              <a:rPr lang="en-US" sz="1100" dirty="0"/>
              <a:t>.</a:t>
            </a:r>
          </a:p>
          <a:p>
            <a:pPr marL="0" indent="0">
              <a:spcBef>
                <a:spcPts val="0"/>
              </a:spcBef>
            </a:pPr>
            <a:endParaRPr lang="en-US" sz="1100" dirty="0"/>
          </a:p>
          <a:p>
            <a:pPr marL="0" indent="0">
              <a:spcBef>
                <a:spcPts val="0"/>
              </a:spcBef>
            </a:pPr>
            <a:r>
              <a:rPr lang="en-US" sz="1100" dirty="0"/>
              <a:t>“Mobile security for business” by Nationwide Business Solutions Center 2023</a:t>
            </a:r>
          </a:p>
          <a:p>
            <a:pPr marL="0" indent="0">
              <a:spcBef>
                <a:spcPts val="0"/>
              </a:spcBef>
            </a:pPr>
            <a:r>
              <a:rPr lang="en-US" sz="1100" dirty="0">
                <a:hlinkClick r:id="rId6"/>
              </a:rPr>
              <a:t>https://www.nationwide.com/business/solutions-center/cybersecurity/mobile-security</a:t>
            </a:r>
            <a:endParaRPr lang="en-US" sz="1100" dirty="0"/>
          </a:p>
          <a:p>
            <a:pPr marL="0" indent="0">
              <a:spcBef>
                <a:spcPts val="0"/>
              </a:spcBef>
            </a:pPr>
            <a:endParaRPr lang="en-US" sz="11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1707E60-CEC9-4661-AA82-69242EB4B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2">
                  <a:lumMod val="60000"/>
                  <a:lumOff val="40000"/>
                  <a:alpha val="59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F035CD8-AE30-4146-96F2-036B0CE5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chemeClr val="accent6">
                  <a:lumMod val="75000"/>
                  <a:alpha val="61000"/>
                </a:schemeClr>
              </a:gs>
              <a:gs pos="99000">
                <a:schemeClr val="accent6">
                  <a:alpha val="87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CCA4985F-09D8-41B4-B2AB-DF95AB3FA8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09560" y="6409944"/>
            <a:ext cx="3703320" cy="44805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Monday, February 1, 20XX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C7E1EC9-3F85-4EB7-AF0B-3F8DFE940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7744" y="6409944"/>
            <a:ext cx="438912" cy="44805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01389E6-C847-4AD0-B56D-D205B2EAB1EE}" type="slidenum">
              <a:rPr lang="en-US" smtClean="0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05C410A7-E92A-4EFD-A6AE-36748F8E33D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7"/>
          <a:srcRect l="28453" r="37091"/>
          <a:stretch/>
        </p:blipFill>
        <p:spPr>
          <a:xfrm>
            <a:off x="8115300" y="-12515"/>
            <a:ext cx="4076700" cy="641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006413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VTI">
  <a:themeElements>
    <a:clrScheme name="GradientRise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C2FC082F-B444-4222-AF20-78444CCB5722}" vid="{39F213E4-0CBC-40CB-B3F6-8C5562B6B9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B9123E8-1B6B-49B5-873D-A8D01C369B6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C51EB17-D597-42E7-995C-18B75FCBF2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E43E0E-1DE3-4D32-85EB-739731B9E71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{FE14771E-86BE-4F9E-BBCC-83AEF122D532}tf89309463_win32</Template>
  <TotalTime>75</TotalTime>
  <Words>727</Words>
  <Application>Microsoft Office PowerPoint</Application>
  <PresentationFormat>Widescreen</PresentationFormat>
  <Paragraphs>80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Avenir Next LT Pro</vt:lpstr>
      <vt:lpstr>Avenir Next LT Pro Light</vt:lpstr>
      <vt:lpstr>Calibri</vt:lpstr>
      <vt:lpstr>GradientRiseVTI</vt:lpstr>
      <vt:lpstr>Security Risks OF mobile Technology</vt:lpstr>
      <vt:lpstr>Mobile Security</vt:lpstr>
      <vt:lpstr>Unauthorized access &amp; data Interception</vt:lpstr>
      <vt:lpstr>Device Theft &amp; Loss</vt:lpstr>
      <vt:lpstr>Bluetooth &amp; NFC Vulnerabilities</vt:lpstr>
      <vt:lpstr>Malware &amp; Malicious Apps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Risks OF mobile Technology</dc:title>
  <dc:creator>Andre Hardy</dc:creator>
  <cp:lastModifiedBy>Andre Hardy</cp:lastModifiedBy>
  <cp:revision>1</cp:revision>
  <dcterms:created xsi:type="dcterms:W3CDTF">2023-11-20T23:30:07Z</dcterms:created>
  <dcterms:modified xsi:type="dcterms:W3CDTF">2023-11-21T00:45:43Z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