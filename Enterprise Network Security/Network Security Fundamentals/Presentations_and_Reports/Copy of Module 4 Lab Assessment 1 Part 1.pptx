
<file path=[Content_Types].xml><?xml version="1.0" encoding="utf-8"?>
<Types xmlns="http://schemas.openxmlformats.org/package/2006/content-types">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4"/>
  </p:sldMasterIdLst>
  <p:notesMasterIdLst>
    <p:notesMasterId r:id="rId15"/>
  </p:notesMasterIdLst>
  <p:sldIdLst>
    <p:sldId id="304" r:id="rId5"/>
    <p:sldId id="314" r:id="rId6"/>
    <p:sldId id="311" r:id="rId7"/>
    <p:sldId id="308" r:id="rId8"/>
    <p:sldId id="288" r:id="rId9"/>
    <p:sldId id="299" r:id="rId10"/>
    <p:sldId id="310" r:id="rId11"/>
    <p:sldId id="258" r:id="rId12"/>
    <p:sldId id="315" r:id="rId13"/>
    <p:sldId id="305" r:id="rId1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6504" userDrawn="1">
          <p15:clr>
            <a:srgbClr val="A4A3A4"/>
          </p15:clr>
        </p15:guide>
        <p15:guide id="3" orient="horz" pos="3696" userDrawn="1">
          <p15:clr>
            <a:srgbClr val="A4A3A4"/>
          </p15:clr>
        </p15:guide>
        <p15:guide id="4" orient="horz" pos="1968"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4" name="Author" initials="A" lastIdx="0" clrIdx="3"/>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4054"/>
    <a:srgbClr val="468C8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7983" autoAdjust="0"/>
    <p:restoredTop sz="93750" autoAdjust="0"/>
  </p:normalViewPr>
  <p:slideViewPr>
    <p:cSldViewPr snapToGrid="0">
      <p:cViewPr varScale="1">
        <p:scale>
          <a:sx n="87" d="100"/>
          <a:sy n="87" d="100"/>
        </p:scale>
        <p:origin x="120" y="282"/>
      </p:cViewPr>
      <p:guideLst>
        <p:guide pos="6504"/>
        <p:guide orient="horz" pos="3696"/>
        <p:guide orient="horz" pos="1968"/>
      </p:guideLst>
    </p:cSldViewPr>
  </p:slideViewPr>
  <p:outlineViewPr>
    <p:cViewPr>
      <p:scale>
        <a:sx n="33" d="100"/>
        <a:sy n="33" d="100"/>
      </p:scale>
      <p:origin x="0" y="-7479"/>
    </p:cViewPr>
  </p:outlineViewPr>
  <p:notesTextViewPr>
    <p:cViewPr>
      <p:scale>
        <a:sx n="1" d="1"/>
        <a:sy n="1" d="1"/>
      </p:scale>
      <p:origin x="0" y="0"/>
    </p:cViewPr>
  </p:notesTextViewPr>
  <p:sorterViewPr>
    <p:cViewPr varScale="1">
      <p:scale>
        <a:sx n="1" d="1"/>
        <a:sy n="1" d="1"/>
      </p:scale>
      <p:origin x="0" y="0"/>
    </p:cViewPr>
  </p:sorter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viewProps" Target="viewProps.xml"/><Relationship Id="rId3" Type="http://schemas.openxmlformats.org/officeDocument/2006/relationships/customXml" Target="../customXml/item3.xml"/><Relationship Id="rId21" Type="http://schemas.microsoft.com/office/2018/10/relationships/authors" Target="authors.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presProps" Target="presProps.xml"/><Relationship Id="rId2" Type="http://schemas.openxmlformats.org/officeDocument/2006/relationships/customXml" Target="../customXml/item2.xml"/><Relationship Id="rId16" Type="http://schemas.openxmlformats.org/officeDocument/2006/relationships/commentAuthors" Target="commentAuthors.xml"/><Relationship Id="rId20" Type="http://schemas.openxmlformats.org/officeDocument/2006/relationships/tableStyles" Target="tableStyles.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5" Type="http://schemas.openxmlformats.org/officeDocument/2006/relationships/slide" Target="slides/slide1.xml"/><Relationship Id="rId15" Type="http://schemas.openxmlformats.org/officeDocument/2006/relationships/notesMaster" Target="notesMasters/notesMaster1.xml"/><Relationship Id="rId10" Type="http://schemas.openxmlformats.org/officeDocument/2006/relationships/slide" Target="slides/slide6.xml"/><Relationship Id="rId19"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7D16CA8-7DCC-4F2C-A1EF-C632B9D3E96D}" type="datetimeFigureOut">
              <a:rPr lang="en-US" smtClean="0"/>
              <a:t>11/20/2023</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B990660-4B7D-4C11-96DB-B19FFA8CA93C}" type="slidenum">
              <a:rPr lang="en-US" smtClean="0"/>
              <a:t>‹#›</a:t>
            </a:fld>
            <a:endParaRPr lang="en-US" dirty="0"/>
          </a:p>
        </p:txBody>
      </p:sp>
    </p:spTree>
    <p:extLst>
      <p:ext uri="{BB962C8B-B14F-4D97-AF65-F5344CB8AC3E}">
        <p14:creationId xmlns:p14="http://schemas.microsoft.com/office/powerpoint/2010/main" val="376736149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5</a:t>
            </a:fld>
            <a:endParaRPr lang="en-US" dirty="0"/>
          </a:p>
        </p:txBody>
      </p:sp>
    </p:spTree>
    <p:extLst>
      <p:ext uri="{BB962C8B-B14F-4D97-AF65-F5344CB8AC3E}">
        <p14:creationId xmlns:p14="http://schemas.microsoft.com/office/powerpoint/2010/main" val="208501175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6</a:t>
            </a:fld>
            <a:endParaRPr lang="en-US" dirty="0"/>
          </a:p>
        </p:txBody>
      </p:sp>
    </p:spTree>
    <p:extLst>
      <p:ext uri="{BB962C8B-B14F-4D97-AF65-F5344CB8AC3E}">
        <p14:creationId xmlns:p14="http://schemas.microsoft.com/office/powerpoint/2010/main" val="278156056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8</a:t>
            </a:fld>
            <a:endParaRPr lang="en-US" dirty="0"/>
          </a:p>
        </p:txBody>
      </p:sp>
    </p:spTree>
    <p:extLst>
      <p:ext uri="{BB962C8B-B14F-4D97-AF65-F5344CB8AC3E}">
        <p14:creationId xmlns:p14="http://schemas.microsoft.com/office/powerpoint/2010/main" val="327875597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solidFill>
        <a:effectLst/>
      </p:bgPr>
    </p:bg>
    <p:spTree>
      <p:nvGrpSpPr>
        <p:cNvPr id="1" name=""/>
        <p:cNvGrpSpPr/>
        <p:nvPr/>
      </p:nvGrpSpPr>
      <p:grpSpPr>
        <a:xfrm>
          <a:off x="0" y="0"/>
          <a:ext cx="0" cy="0"/>
          <a:chOff x="0" y="0"/>
          <a:chExt cx="0" cy="0"/>
        </a:xfrm>
      </p:grpSpPr>
      <p:sp>
        <p:nvSpPr>
          <p:cNvPr id="833" name="Rectangle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6.53</a:t>
            </a:r>
          </a:p>
          <a:p>
            <a:pPr algn="ctr"/>
            <a:endParaRPr lang="en-US" dirty="0"/>
          </a:p>
        </p:txBody>
      </p:sp>
      <p:sp>
        <p:nvSpPr>
          <p:cNvPr id="2" name="Title 1">
            <a:extLst>
              <a:ext uri="{FF2B5EF4-FFF2-40B4-BE49-F238E27FC236}">
                <a16:creationId xmlns:a16="http://schemas.microsoft.com/office/drawing/2014/main" id="{6C25C416-A3A2-4CF9-9532-2C0BFB51CFDF}"/>
              </a:ext>
            </a:extLst>
          </p:cNvPr>
          <p:cNvSpPr>
            <a:spLocks noGrp="1"/>
          </p:cNvSpPr>
          <p:nvPr>
            <p:ph type="ctrTitle" hasCustomPrompt="1"/>
          </p:nvPr>
        </p:nvSpPr>
        <p:spPr>
          <a:xfrm>
            <a:off x="6437376" y="1874520"/>
            <a:ext cx="4379976" cy="1547583"/>
          </a:xfrm>
        </p:spPr>
        <p:txBody>
          <a:bodyPr anchor="b">
            <a:normAutofit/>
          </a:bodyPr>
          <a:lstStyle>
            <a:lvl1pPr algn="l">
              <a:defRPr sz="3800" b="1" baseline="0"/>
            </a:lvl1pPr>
          </a:lstStyle>
          <a:p>
            <a:r>
              <a:rPr lang="en-US" dirty="0"/>
              <a:t>CLICK TO EDIT TITLE</a:t>
            </a:r>
          </a:p>
        </p:txBody>
      </p:sp>
      <p:sp>
        <p:nvSpPr>
          <p:cNvPr id="3" name="Subtitle 2">
            <a:extLst>
              <a:ext uri="{FF2B5EF4-FFF2-40B4-BE49-F238E27FC236}">
                <a16:creationId xmlns:a16="http://schemas.microsoft.com/office/drawing/2014/main" id="{43D32955-BB06-40DE-A14A-2170FD41AD52}"/>
              </a:ext>
            </a:extLst>
          </p:cNvPr>
          <p:cNvSpPr>
            <a:spLocks noGrp="1"/>
          </p:cNvSpPr>
          <p:nvPr>
            <p:ph type="subTitle" idx="1"/>
          </p:nvPr>
        </p:nvSpPr>
        <p:spPr>
          <a:xfrm>
            <a:off x="6437376" y="3483864"/>
            <a:ext cx="4379976" cy="613370"/>
          </a:xfrm>
        </p:spPr>
        <p:txBody>
          <a:bodyPr>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grpSp>
        <p:nvGrpSpPr>
          <p:cNvPr id="10" name="Picture Placeholder 16" descr="abstract colorful illustration of buildings">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endParaRPr lang="en-US" dirty="0"/>
            </a:p>
          </p:txBody>
        </p:sp>
      </p:grpSp>
    </p:spTree>
    <p:extLst>
      <p:ext uri="{BB962C8B-B14F-4D97-AF65-F5344CB8AC3E}">
        <p14:creationId xmlns:p14="http://schemas.microsoft.com/office/powerpoint/2010/main" val="3839583478"/>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About U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838200" y="1289304"/>
            <a:ext cx="4114800" cy="1325563"/>
          </a:xfrm>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a:xfrm>
            <a:off x="838200" y="6356350"/>
            <a:ext cx="1371600" cy="365125"/>
          </a:xfrm>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a:xfrm>
            <a:off x="3867912" y="6356350"/>
            <a:ext cx="2743200" cy="365125"/>
          </a:xfrm>
        </p:spPr>
        <p:txBody>
          <a:bodyPr/>
          <a:lstStyle>
            <a:lvl1pPr algn="r">
              <a:defRPr/>
            </a:lvl1p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1183D993-BA0D-4589-B631-1793D008E888}"/>
              </a:ext>
            </a:extLst>
          </p:cNvPr>
          <p:cNvSpPr>
            <a:spLocks noGrp="1"/>
          </p:cNvSpPr>
          <p:nvPr>
            <p:ph type="body" sz="quarter" idx="13"/>
          </p:nvPr>
        </p:nvSpPr>
        <p:spPr>
          <a:xfrm>
            <a:off x="838200"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971" name="Picture Placeholder 986" descr="abstract colorful illustration of buildings">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endParaRPr lang="en-US" dirty="0"/>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endParaRPr lang="en-US" dirty="0"/>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endParaRPr lang="en-US" dirty="0"/>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endParaRPr lang="en-US" dirty="0"/>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endParaRPr lang="en-US" dirty="0"/>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endParaRPr lang="en-US" dirty="0"/>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endParaRPr lang="en-US" dirty="0"/>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endParaRPr lang="en-US" dirty="0"/>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endParaRPr lang="en-US" dirty="0"/>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endParaRPr lang="en-US" dirty="0"/>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endParaRPr lang="en-US" dirty="0"/>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endParaRPr lang="en-US" dirty="0"/>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endParaRPr lang="en-US" dirty="0"/>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endParaRPr lang="en-US" dirty="0"/>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endParaRPr lang="en-US" dirty="0"/>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endParaRPr lang="en-US" dirty="0"/>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endParaRPr lang="en-US" dirty="0"/>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endParaRPr lang="en-US" dirty="0"/>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endParaRPr lang="en-US" dirty="0"/>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endParaRPr lang="en-US" dirty="0"/>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endParaRPr lang="en-US" dirty="0"/>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endParaRPr lang="en-US" dirty="0"/>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endParaRPr lang="en-US" dirty="0"/>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endParaRPr lang="en-US" dirty="0"/>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endParaRPr lang="en-US" dirty="0"/>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endParaRPr lang="en-US" dirty="0"/>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endParaRPr lang="en-US" dirty="0"/>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endParaRPr lang="en-US" dirty="0"/>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endParaRPr lang="en-US" dirty="0"/>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endParaRPr lang="en-US" dirty="0"/>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endParaRPr lang="en-US" dirty="0"/>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endParaRPr lang="en-US" dirty="0"/>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endParaRPr lang="en-US" dirty="0"/>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endParaRPr lang="en-US" dirty="0"/>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endParaRPr lang="en-US" dirty="0"/>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endParaRPr lang="en-US" dirty="0"/>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endParaRPr lang="en-US" dirty="0"/>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endParaRPr lang="en-US" dirty="0"/>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endParaRPr lang="en-US" dirty="0"/>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endParaRPr lang="en-US" dirty="0"/>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endParaRPr lang="en-US" dirty="0"/>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endParaRPr lang="en-US" dirty="0"/>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endParaRPr lang="en-US" dirty="0"/>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endParaRPr lang="en-US" dirty="0"/>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endParaRPr lang="en-US" dirty="0"/>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endParaRPr lang="en-US" dirty="0"/>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endParaRPr lang="en-US" dirty="0"/>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endParaRPr lang="en-US" dirty="0"/>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endParaRPr lang="en-US" dirty="0"/>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endParaRPr lang="en-US" dirty="0"/>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endParaRPr lang="en-US" dirty="0"/>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endParaRPr lang="en-US" dirty="0"/>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endParaRPr lang="en-US" dirty="0"/>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endParaRPr lang="en-US" dirty="0"/>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endParaRPr lang="en-US" dirty="0"/>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endParaRPr lang="en-US" dirty="0"/>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endParaRPr lang="en-US" dirty="0"/>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endParaRPr lang="en-US" dirty="0"/>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endParaRPr lang="en-US" dirty="0"/>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endParaRPr lang="en-US" dirty="0"/>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endParaRPr lang="en-US" dirty="0"/>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endParaRPr lang="en-US" dirty="0"/>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endParaRPr lang="en-US" dirty="0"/>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endParaRPr lang="en-US" dirty="0"/>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endParaRPr lang="en-US" dirty="0"/>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endParaRPr lang="en-US" dirty="0"/>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endParaRPr lang="en-US" dirty="0"/>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endParaRPr lang="en-US" dirty="0"/>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endParaRPr lang="en-US" dirty="0"/>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endParaRPr lang="en-US" dirty="0"/>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endParaRPr lang="en-US" dirty="0"/>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endParaRPr lang="en-US" dirty="0"/>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endParaRPr lang="en-US" dirty="0"/>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endParaRPr lang="en-US" dirty="0"/>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endParaRPr lang="en-US" dirty="0"/>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endParaRPr lang="en-US" dirty="0"/>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endParaRPr lang="en-US" dirty="0"/>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endParaRPr lang="en-US" dirty="0"/>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endParaRPr lang="en-US" dirty="0"/>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endParaRPr lang="en-US" dirty="0"/>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endParaRPr lang="en-US" dirty="0"/>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endParaRPr lang="en-US" dirty="0"/>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endParaRPr lang="en-US" dirty="0"/>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endParaRPr lang="en-US" dirty="0"/>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endParaRPr lang="en-US" dirty="0"/>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endParaRPr lang="en-US" dirty="0"/>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endParaRPr lang="en-US" dirty="0"/>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endParaRPr lang="en-US" dirty="0"/>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endParaRPr lang="en-US" dirty="0"/>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endParaRPr lang="en-US" dirty="0"/>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endParaRPr lang="en-US" dirty="0"/>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endParaRPr lang="en-US" dirty="0"/>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endParaRPr lang="en-US" dirty="0"/>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endParaRPr lang="en-US" dirty="0"/>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endParaRPr lang="en-US" dirty="0"/>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endParaRPr lang="en-US" dirty="0"/>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endParaRPr lang="en-US" dirty="0"/>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endParaRPr lang="en-US" dirty="0"/>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endParaRPr lang="en-US" dirty="0"/>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endParaRPr lang="en-US" dirty="0"/>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endParaRPr lang="en-US" dirty="0"/>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endParaRPr lang="en-US" dirty="0"/>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endParaRPr lang="en-US" dirty="0"/>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endParaRPr lang="en-US" dirty="0"/>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endParaRPr lang="en-US" dirty="0"/>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endParaRPr lang="en-US" dirty="0"/>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endParaRPr lang="en-US" dirty="0"/>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endParaRPr lang="en-US" dirty="0"/>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endParaRPr lang="en-US" dirty="0"/>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endParaRPr lang="en-US" dirty="0"/>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endParaRPr lang="en-US" dirty="0"/>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endParaRPr lang="en-US" dirty="0"/>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endParaRPr lang="en-US" dirty="0"/>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endParaRPr lang="en-US" dirty="0"/>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endParaRPr lang="en-US" dirty="0"/>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endParaRPr lang="en-US" dirty="0"/>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endParaRPr lang="en-US" dirty="0"/>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endParaRPr lang="en-US" dirty="0"/>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endParaRPr lang="en-US" dirty="0"/>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endParaRPr lang="en-US" dirty="0"/>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endParaRPr lang="en-US" dirty="0"/>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endParaRPr lang="en-US" dirty="0"/>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endParaRPr lang="en-US" dirty="0"/>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endParaRPr lang="en-US" dirty="0"/>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endParaRPr lang="en-US" dirty="0"/>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endParaRPr lang="en-US" dirty="0"/>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endParaRPr lang="en-US" dirty="0"/>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endParaRPr lang="en-US" dirty="0"/>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endParaRPr lang="en-US" dirty="0"/>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endParaRPr lang="en-US" dirty="0"/>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endParaRPr lang="en-US" dirty="0"/>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endParaRPr lang="en-US" dirty="0"/>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endParaRPr lang="en-US" dirty="0"/>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endParaRPr lang="en-US" dirty="0"/>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endParaRPr lang="en-US" dirty="0"/>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endParaRPr lang="en-US" dirty="0"/>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endParaRPr lang="en-US" dirty="0"/>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endParaRPr lang="en-US" dirty="0"/>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endParaRPr lang="en-US" dirty="0"/>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endParaRPr lang="en-US" dirty="0"/>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endParaRPr lang="en-US" dirty="0"/>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endParaRPr lang="en-US" dirty="0"/>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endParaRPr lang="en-US" dirty="0"/>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endParaRPr lang="en-US" dirty="0"/>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endParaRPr lang="en-US" dirty="0"/>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endParaRPr lang="en-US" dirty="0"/>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endParaRPr lang="en-US" dirty="0"/>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endParaRPr lang="en-US" dirty="0"/>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endParaRPr lang="en-US" dirty="0"/>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endParaRPr lang="en-US" dirty="0"/>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endParaRPr lang="en-US" dirty="0"/>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endParaRPr lang="en-US" dirty="0"/>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endParaRPr lang="en-US" dirty="0"/>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endParaRPr lang="en-US" dirty="0"/>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endParaRPr lang="en-US" dirty="0"/>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endParaRPr lang="en-US" dirty="0"/>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endParaRPr lang="en-US" dirty="0"/>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endParaRPr lang="en-US" dirty="0"/>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endParaRPr lang="en-US" dirty="0"/>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endParaRPr lang="en-US" dirty="0"/>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endParaRPr lang="en-US" dirty="0"/>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endParaRPr lang="en-US" dirty="0"/>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endParaRPr lang="en-US" dirty="0"/>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endParaRPr lang="en-US" dirty="0"/>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endParaRPr lang="en-US" dirty="0"/>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endParaRPr lang="en-US" dirty="0"/>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endParaRPr lang="en-US" dirty="0"/>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endParaRPr lang="en-US" dirty="0"/>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endParaRPr lang="en-US" dirty="0"/>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endParaRPr lang="en-US" dirty="0"/>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endParaRPr lang="en-US" dirty="0"/>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endParaRPr lang="en-US" dirty="0"/>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endParaRPr lang="en-US" dirty="0"/>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endParaRPr lang="en-US" dirty="0"/>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endParaRPr lang="en-US" dirty="0"/>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endParaRPr lang="en-US" dirty="0"/>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endParaRPr lang="en-US" dirty="0"/>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endParaRPr lang="en-US" dirty="0"/>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endParaRPr lang="en-US" dirty="0"/>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endParaRPr lang="en-US" dirty="0"/>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endParaRPr lang="en-US" dirty="0"/>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endParaRPr lang="en-US" dirty="0"/>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endParaRPr lang="en-US" dirty="0"/>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endParaRPr lang="en-US" dirty="0"/>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endParaRPr lang="en-US" dirty="0"/>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endParaRPr lang="en-US" dirty="0"/>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endParaRPr lang="en-US" dirty="0"/>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endParaRPr lang="en-US" dirty="0"/>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endParaRPr lang="en-US" dirty="0"/>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endParaRPr lang="en-US" dirty="0"/>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endParaRPr lang="en-US" dirty="0"/>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endParaRPr lang="en-US" dirty="0"/>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endParaRPr lang="en-US" dirty="0"/>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endParaRPr lang="en-US" dirty="0"/>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endParaRPr lang="en-US" dirty="0"/>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endParaRPr lang="en-US" dirty="0"/>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endParaRPr lang="en-US" dirty="0"/>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endParaRPr lang="en-US" dirty="0"/>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endParaRPr lang="en-US" dirty="0"/>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endParaRPr lang="en-US" dirty="0"/>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endParaRPr lang="en-US" dirty="0"/>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endParaRPr lang="en-US" dirty="0"/>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endParaRPr lang="en-US" dirty="0"/>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endParaRPr lang="en-US" dirty="0"/>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endParaRPr lang="en-US" dirty="0"/>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endParaRPr lang="en-US" dirty="0"/>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endParaRPr lang="en-US" dirty="0"/>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endParaRPr lang="en-US" dirty="0"/>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endParaRPr lang="en-US" dirty="0"/>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endParaRPr lang="en-US" dirty="0"/>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endParaRPr lang="en-US" dirty="0"/>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endParaRPr lang="en-US" dirty="0"/>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endParaRPr lang="en-US" dirty="0"/>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endParaRPr lang="en-US" dirty="0"/>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endParaRPr lang="en-US" dirty="0"/>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endParaRPr lang="en-US" dirty="0"/>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endParaRPr lang="en-US" dirty="0"/>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endParaRPr lang="en-US" dirty="0"/>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endParaRPr lang="en-US" dirty="0"/>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endParaRPr lang="en-US" dirty="0"/>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endParaRPr lang="en-US" dirty="0"/>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endParaRPr lang="en-US" dirty="0"/>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endParaRPr lang="en-US" dirty="0"/>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endParaRPr lang="en-US" dirty="0"/>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endParaRPr lang="en-US" dirty="0"/>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endParaRPr lang="en-US" dirty="0"/>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endParaRPr lang="en-US" dirty="0"/>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endParaRPr lang="en-US" dirty="0"/>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endParaRPr lang="en-US" dirty="0"/>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endParaRPr lang="en-US" dirty="0"/>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endParaRPr lang="en-US" dirty="0"/>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endParaRPr lang="en-US" dirty="0"/>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endParaRPr lang="en-US" dirty="0"/>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endParaRPr lang="en-US" dirty="0"/>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endParaRPr lang="en-US" dirty="0"/>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endParaRPr lang="en-US" dirty="0"/>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endParaRPr lang="en-US" dirty="0"/>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endParaRPr lang="en-US" dirty="0"/>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endParaRPr lang="en-US" dirty="0"/>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endParaRPr lang="en-US" dirty="0"/>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endParaRPr lang="en-US" dirty="0"/>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endParaRPr lang="en-US" dirty="0"/>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endParaRPr lang="en-US" dirty="0"/>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endParaRPr lang="en-US" dirty="0"/>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endParaRPr lang="en-US" dirty="0"/>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endParaRPr lang="en-US" dirty="0"/>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endParaRPr lang="en-US" dirty="0"/>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endParaRPr lang="en-US" dirty="0"/>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endParaRPr lang="en-US" dirty="0"/>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endParaRPr lang="en-US" dirty="0"/>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endParaRPr lang="en-US" dirty="0"/>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endParaRPr lang="en-US" dirty="0"/>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endParaRPr lang="en-US" dirty="0"/>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endParaRPr lang="en-US" dirty="0"/>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endParaRPr lang="en-US" dirty="0"/>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endParaRPr lang="en-US" dirty="0"/>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endParaRPr lang="en-US" dirty="0"/>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endParaRPr lang="en-US" dirty="0"/>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endParaRPr lang="en-US" dirty="0"/>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endParaRPr lang="en-US" dirty="0"/>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endParaRPr lang="en-US" dirty="0"/>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endParaRPr lang="en-US" dirty="0"/>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endParaRPr lang="en-US" dirty="0"/>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endParaRPr lang="en-US" dirty="0"/>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endParaRPr lang="en-US" dirty="0"/>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endParaRPr lang="en-US" dirty="0"/>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endParaRPr lang="en-US" dirty="0"/>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endParaRPr lang="en-US" dirty="0"/>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endParaRPr lang="en-US" dirty="0"/>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endParaRPr lang="en-US" dirty="0"/>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endParaRPr lang="en-US" dirty="0"/>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endParaRPr lang="en-US" dirty="0"/>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endParaRPr lang="en-US" dirty="0"/>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endParaRPr lang="en-US" dirty="0"/>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endParaRPr lang="en-US" dirty="0"/>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endParaRPr lang="en-US" dirty="0"/>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endParaRPr lang="en-US" dirty="0"/>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endParaRPr lang="en-US" dirty="0"/>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endParaRPr lang="en-US" dirty="0"/>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endParaRPr lang="en-US" dirty="0"/>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endParaRPr lang="en-US" dirty="0"/>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endParaRPr lang="en-US" dirty="0"/>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endParaRPr lang="en-US" dirty="0"/>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endParaRPr lang="en-US" dirty="0"/>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endParaRPr lang="en-US" dirty="0"/>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endParaRPr lang="en-US" dirty="0"/>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endParaRPr lang="en-US" dirty="0"/>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endParaRPr lang="en-US" dirty="0"/>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endParaRPr lang="en-US" dirty="0"/>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endParaRPr lang="en-US" dirty="0"/>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endParaRPr lang="en-US" dirty="0"/>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endParaRPr lang="en-US" dirty="0"/>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endParaRPr lang="en-US" dirty="0"/>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endParaRPr lang="en-US" dirty="0"/>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endParaRPr lang="en-US" dirty="0"/>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endParaRPr lang="en-US" dirty="0"/>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endParaRPr lang="en-US" dirty="0"/>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endParaRPr lang="en-US" dirty="0"/>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endParaRPr lang="en-US" dirty="0"/>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endParaRPr lang="en-US" dirty="0"/>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endParaRPr lang="en-US" dirty="0"/>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endParaRPr lang="en-US" dirty="0"/>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endParaRPr lang="en-US" dirty="0"/>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endParaRPr lang="en-US" dirty="0"/>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endParaRPr lang="en-US" dirty="0"/>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endParaRPr lang="en-US" dirty="0"/>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endParaRPr lang="en-US" dirty="0"/>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endParaRPr lang="en-US" dirty="0"/>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endParaRPr lang="en-US" dirty="0"/>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endParaRPr lang="en-US" dirty="0"/>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endParaRPr lang="en-US" dirty="0"/>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endParaRPr lang="en-US" dirty="0"/>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endParaRPr lang="en-US" dirty="0"/>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endParaRPr lang="en-US" dirty="0"/>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endParaRPr lang="en-US" dirty="0"/>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endParaRPr lang="en-US" dirty="0"/>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endParaRPr lang="en-US" dirty="0"/>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endParaRPr lang="en-US" dirty="0"/>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endParaRPr lang="en-US" dirty="0"/>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endParaRPr lang="en-US" dirty="0"/>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endParaRPr lang="en-US" dirty="0"/>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endParaRPr lang="en-US" dirty="0"/>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endParaRPr lang="en-US" dirty="0"/>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endParaRPr lang="en-US" dirty="0"/>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endParaRPr lang="en-US" dirty="0"/>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endParaRPr lang="en-US" dirty="0"/>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endParaRPr lang="en-US" dirty="0"/>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endParaRPr lang="en-US" dirty="0"/>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endParaRPr lang="en-US" dirty="0"/>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endParaRPr lang="en-US" dirty="0"/>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endParaRPr lang="en-US" dirty="0"/>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endParaRPr lang="en-US" dirty="0"/>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endParaRPr lang="en-US" dirty="0"/>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endParaRPr lang="en-US" dirty="0"/>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endParaRPr lang="en-US" dirty="0"/>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endParaRPr lang="en-US" dirty="0"/>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endParaRPr lang="en-US" dirty="0"/>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endParaRPr lang="en-US" dirty="0"/>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endParaRPr lang="en-US" dirty="0"/>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endParaRPr lang="en-US" dirty="0"/>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endParaRPr lang="en-US" dirty="0"/>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endParaRPr lang="en-US" dirty="0"/>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endParaRPr lang="en-US" dirty="0"/>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endParaRPr lang="en-US" dirty="0"/>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endParaRPr lang="en-US" dirty="0"/>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endParaRPr lang="en-US" dirty="0"/>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endParaRPr lang="en-US" dirty="0"/>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endParaRPr lang="en-US" dirty="0"/>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endParaRPr lang="en-US" dirty="0"/>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endParaRPr lang="en-US" dirty="0"/>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endParaRPr lang="en-US" dirty="0"/>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endParaRPr lang="en-US" dirty="0"/>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endParaRPr lang="en-US" dirty="0"/>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endParaRPr lang="en-US" dirty="0"/>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endParaRPr lang="en-US" dirty="0"/>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endParaRPr lang="en-US" dirty="0"/>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endParaRPr lang="en-US" dirty="0"/>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endParaRPr lang="en-US" dirty="0"/>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endParaRPr lang="en-US" dirty="0"/>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endParaRPr lang="en-US" dirty="0"/>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endParaRPr lang="en-US" dirty="0"/>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endParaRPr lang="en-US" dirty="0"/>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endParaRPr lang="en-US" dirty="0"/>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endParaRPr lang="en-US" dirty="0"/>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endParaRPr lang="en-US" dirty="0"/>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endParaRPr lang="en-US" dirty="0"/>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endParaRPr lang="en-US" dirty="0"/>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endParaRPr lang="en-US" dirty="0"/>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endParaRPr lang="en-US" dirty="0"/>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endParaRPr lang="en-US" dirty="0"/>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endParaRPr lang="en-US" dirty="0"/>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endParaRPr lang="en-US" dirty="0"/>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endParaRPr lang="en-US" dirty="0"/>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endParaRPr lang="en-US" dirty="0"/>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endParaRPr lang="en-US" dirty="0"/>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endParaRPr lang="en-US" dirty="0"/>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endParaRPr lang="en-US" dirty="0"/>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endParaRPr lang="en-US" dirty="0"/>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endParaRPr lang="en-US" dirty="0"/>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endParaRPr lang="en-US" dirty="0"/>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endParaRPr lang="en-US" dirty="0"/>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endParaRPr lang="en-US" dirty="0"/>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endParaRPr lang="en-US" dirty="0"/>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endParaRPr lang="en-US" dirty="0"/>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endParaRPr lang="en-US" dirty="0"/>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endParaRPr lang="en-US" dirty="0"/>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endParaRPr lang="en-US" dirty="0"/>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endParaRPr lang="en-US" dirty="0"/>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endParaRPr lang="en-US" dirty="0"/>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endParaRPr lang="en-US" dirty="0"/>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endParaRPr lang="en-US" dirty="0"/>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endParaRPr lang="en-US" dirty="0"/>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endParaRPr lang="en-US" dirty="0"/>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endParaRPr lang="en-US" dirty="0"/>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endParaRPr lang="en-US" dirty="0"/>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1612302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Problem">
    <p:spTree>
      <p:nvGrpSpPr>
        <p:cNvPr id="1" name=""/>
        <p:cNvGrpSpPr/>
        <p:nvPr/>
      </p:nvGrpSpPr>
      <p:grpSpPr>
        <a:xfrm>
          <a:off x="0" y="0"/>
          <a:ext cx="0" cy="0"/>
          <a:chOff x="0" y="0"/>
          <a:chExt cx="0" cy="0"/>
        </a:xfrm>
      </p:grpSpPr>
      <p:grpSp>
        <p:nvGrpSpPr>
          <p:cNvPr id="20" name="Picture Placeholder 57" descr="abstract colorful illustration of buildings">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9" name="Text Placeholder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0" name="Text Placeholder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1" name="Text Placeholder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2" name="Text Placeholder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3" name="Text Placeholder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4" name="Text Placeholder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5" name="Text Placeholder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8" name="Text Placeholder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9" name="Text Placeholder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Tree>
    <p:extLst>
      <p:ext uri="{BB962C8B-B14F-4D97-AF65-F5344CB8AC3E}">
        <p14:creationId xmlns:p14="http://schemas.microsoft.com/office/powerpoint/2010/main" val="25930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4_Solution">
    <p:spTree>
      <p:nvGrpSpPr>
        <p:cNvPr id="1" name=""/>
        <p:cNvGrpSpPr/>
        <p:nvPr/>
      </p:nvGrpSpPr>
      <p:grpSpPr>
        <a:xfrm>
          <a:off x="0" y="0"/>
          <a:ext cx="0" cy="0"/>
          <a:chOff x="0" y="0"/>
          <a:chExt cx="0" cy="0"/>
        </a:xfrm>
      </p:grpSpPr>
      <p:grpSp>
        <p:nvGrpSpPr>
          <p:cNvPr id="17" name="Picture Placeholder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10" name="Text Placeholder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1" name="Text Placeholder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2" name="Text Placeholder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3" name="Text Placeholder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9" name="Text Placeholder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20" name="Text Placeholder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21" name="Text Placeholder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22" name="Text Placeholder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5" name="Footer Placeholder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a:lstStyle>
            <a:lvl1pPr algn="l">
              <a:defRPr/>
            </a:lvl1pPr>
          </a:lstStyle>
          <a:p>
            <a:r>
              <a:rPr lang="en-US" dirty="0"/>
              <a:t>Pitch deck title</a:t>
            </a:r>
          </a:p>
        </p:txBody>
      </p:sp>
      <p:sp>
        <p:nvSpPr>
          <p:cNvPr id="16" name="Slide Number Placeholder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574163278"/>
      </p:ext>
    </p:extLst>
  </p:cSld>
  <p:clrMapOvr>
    <a:masterClrMapping/>
  </p:clrMapOvr>
  <p:extLst>
    <p:ext uri="{DCECCB84-F9BA-43D5-87BE-67443E8EF086}">
      <p15:sldGuideLst xmlns:p15="http://schemas.microsoft.com/office/powerpoint/2012/main">
        <p15:guide id="1" pos="3840" userDrawn="1">
          <p15:clr>
            <a:srgbClr val="FBAE40"/>
          </p15:clr>
        </p15:guide>
        <p15:guide id="2" pos="2568" userDrawn="1">
          <p15:clr>
            <a:srgbClr val="5ACBF0"/>
          </p15:clr>
        </p15:guide>
        <p15:guide id="3" pos="5136" userDrawn="1">
          <p15:clr>
            <a:srgbClr val="5ACBF0"/>
          </p15:clr>
        </p15:guide>
        <p15:guide id="4" pos="7392"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Product Overview">
    <p:bg>
      <p:bgPr>
        <a:solidFill>
          <a:schemeClr val="bg1"/>
        </a:solidFill>
        <a:effectLst/>
      </p:bgPr>
    </p:bg>
    <p:spTree>
      <p:nvGrpSpPr>
        <p:cNvPr id="1" name=""/>
        <p:cNvGrpSpPr/>
        <p:nvPr/>
      </p:nvGrpSpPr>
      <p:grpSpPr>
        <a:xfrm>
          <a:off x="0" y="0"/>
          <a:ext cx="0" cy="0"/>
          <a:chOff x="0" y="0"/>
          <a:chExt cx="0" cy="0"/>
        </a:xfrm>
      </p:grpSpPr>
      <p:grpSp>
        <p:nvGrpSpPr>
          <p:cNvPr id="16" name="Picture Placeholder 1029" descr="abstract colorful illustration of buildings&#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endParaRPr lang="en-US" dirty="0"/>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endParaRPr lang="en-US" dirty="0"/>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endParaRPr lang="en-US" dirty="0"/>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endParaRPr lang="en-US" dirty="0"/>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endParaRPr lang="en-US" dirty="0"/>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endParaRPr lang="en-US" dirty="0"/>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endParaRPr lang="en-US" dirty="0"/>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endParaRPr lang="en-US" dirty="0"/>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dirty="0"/>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endParaRPr lang="en-US" dirty="0"/>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endParaRPr lang="en-US" dirty="0"/>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endParaRPr lang="en-US" dirty="0"/>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dirty="0"/>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endParaRPr lang="en-US" dirty="0"/>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endParaRPr lang="en-US" dirty="0"/>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endParaRPr lang="en-US" dirty="0"/>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endParaRPr lang="en-US" dirty="0"/>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endParaRPr lang="en-US" dirty="0"/>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endParaRPr lang="en-US" dirty="0"/>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endParaRPr lang="en-US" dirty="0"/>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endParaRPr lang="en-US" dirty="0"/>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endParaRPr lang="en-US" dirty="0"/>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endParaRPr lang="en-US" dirty="0"/>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endParaRPr lang="en-US" dirty="0"/>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endParaRPr lang="en-US" dirty="0"/>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endParaRPr lang="en-US" dirty="0"/>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endParaRPr lang="en-US" dirty="0"/>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dirty="0"/>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endParaRPr lang="en-US" dirty="0"/>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endParaRPr lang="en-US" dirty="0"/>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endParaRPr lang="en-US" dirty="0"/>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endParaRPr lang="en-US" dirty="0"/>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endParaRPr lang="en-US" dirty="0"/>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endParaRPr lang="en-US" dirty="0"/>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endParaRPr lang="en-US" dirty="0"/>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endParaRPr lang="en-US" dirty="0"/>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endParaRPr lang="en-US" dirty="0"/>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endParaRPr lang="en-US" dirty="0"/>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endParaRPr lang="en-US" dirty="0"/>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endParaRPr lang="en-US" dirty="0"/>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endParaRPr lang="en-US" dirty="0"/>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endParaRPr lang="en-US" dirty="0"/>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endParaRPr lang="en-US" dirty="0"/>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endParaRPr lang="en-US" dirty="0"/>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endParaRPr lang="en-US" dirty="0"/>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endParaRPr lang="en-US" dirty="0"/>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endParaRPr lang="en-US" dirty="0"/>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endParaRPr lang="en-US" dirty="0"/>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endParaRPr lang="en-US" dirty="0"/>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endParaRPr lang="en-US" dirty="0"/>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endParaRPr lang="en-US" dirty="0"/>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endParaRPr lang="en-US" dirty="0"/>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endParaRPr lang="en-US" dirty="0"/>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endParaRPr lang="en-US" dirty="0"/>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endParaRPr lang="en-US" dirty="0"/>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endParaRPr lang="en-US" dirty="0"/>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endParaRPr lang="en-US" dirty="0"/>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endParaRPr lang="en-US" dirty="0"/>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endParaRPr lang="en-US" dirty="0"/>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endParaRPr lang="en-US" dirty="0"/>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endParaRPr lang="en-US" dirty="0"/>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endParaRPr lang="en-US" dirty="0"/>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endParaRPr lang="en-US" dirty="0"/>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endParaRPr lang="en-US" dirty="0"/>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endParaRPr lang="en-US" dirty="0"/>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endParaRPr lang="en-US" dirty="0"/>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dirty="0"/>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endParaRPr lang="en-US" dirty="0"/>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endParaRPr lang="en-US" dirty="0"/>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dirty="0"/>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endParaRPr lang="en-US" dirty="0"/>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endParaRPr lang="en-US" dirty="0"/>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endParaRPr lang="en-US" dirty="0"/>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endParaRPr lang="en-US" dirty="0"/>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endParaRPr lang="en-US" dirty="0"/>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endParaRPr lang="en-US" dirty="0"/>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endParaRPr lang="en-US" dirty="0"/>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endParaRPr lang="en-US" dirty="0"/>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endParaRPr lang="en-US" dirty="0"/>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endParaRPr lang="en-US" dirty="0"/>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endParaRPr lang="en-US" dirty="0"/>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endParaRPr lang="en-US" dirty="0"/>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endParaRPr lang="en-US" dirty="0"/>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endParaRPr lang="en-US" dirty="0"/>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endParaRPr lang="en-US" dirty="0"/>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endParaRPr lang="en-US" dirty="0"/>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endParaRPr lang="en-US" dirty="0"/>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endParaRPr lang="en-US" dirty="0"/>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endParaRPr lang="en-US" dirty="0"/>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endParaRPr lang="en-US" dirty="0"/>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endParaRPr lang="en-US" dirty="0"/>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endParaRPr lang="en-US" dirty="0"/>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endParaRPr lang="en-US" dirty="0"/>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endParaRPr lang="en-US" dirty="0"/>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endParaRPr lang="en-US" dirty="0"/>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endParaRPr lang="en-US" dirty="0"/>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endParaRPr lang="en-US" dirty="0"/>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endParaRPr lang="en-US" dirty="0"/>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endParaRPr lang="en-US" dirty="0"/>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endParaRPr lang="en-US" dirty="0"/>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endParaRPr lang="en-US" dirty="0"/>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endParaRPr lang="en-US" dirty="0"/>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endParaRPr lang="en-US" dirty="0"/>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endParaRPr lang="en-US" dirty="0"/>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endParaRPr lang="en-US" dirty="0"/>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endParaRPr lang="en-US" dirty="0"/>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dirty="0"/>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endParaRPr lang="en-US" dirty="0"/>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endParaRPr lang="en-US" dirty="0"/>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endParaRPr lang="en-US" dirty="0"/>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endParaRPr lang="en-US" dirty="0"/>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endParaRPr lang="en-US" dirty="0"/>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endParaRPr lang="en-US" dirty="0"/>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endParaRPr lang="en-US" dirty="0"/>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endParaRPr lang="en-US" dirty="0"/>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endParaRPr lang="en-US" dirty="0"/>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endParaRPr lang="en-US" dirty="0"/>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endParaRPr lang="en-US" dirty="0"/>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endParaRPr lang="en-US" dirty="0"/>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endParaRPr lang="en-US" dirty="0"/>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endParaRPr lang="en-US" dirty="0"/>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endParaRPr lang="en-US" dirty="0"/>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endParaRPr lang="en-US" dirty="0"/>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endParaRPr lang="en-US" dirty="0"/>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endParaRPr lang="en-US" dirty="0"/>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endParaRPr lang="en-US" dirty="0"/>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endParaRPr lang="en-US" dirty="0"/>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endParaRPr lang="en-US" dirty="0"/>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endParaRPr lang="en-US" dirty="0"/>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dirty="0"/>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endParaRPr lang="en-US" dirty="0"/>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endParaRPr lang="en-US" dirty="0"/>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endParaRPr lang="en-US" dirty="0"/>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endParaRPr lang="en-US" dirty="0"/>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endParaRPr lang="en-US" dirty="0"/>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endParaRPr lang="en-US" dirty="0"/>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endParaRPr lang="en-US" dirty="0"/>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endParaRPr lang="en-US" dirty="0"/>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endParaRPr lang="en-US" dirty="0"/>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endParaRPr lang="en-US" dirty="0"/>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endParaRPr lang="en-US" dirty="0"/>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endParaRPr lang="en-US" dirty="0"/>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endParaRPr lang="en-US" dirty="0"/>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endParaRPr lang="en-US" dirty="0"/>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endParaRPr lang="en-US" dirty="0"/>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endParaRPr lang="en-US" dirty="0"/>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endParaRPr lang="en-US" dirty="0"/>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endParaRPr lang="en-US" dirty="0"/>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endParaRPr lang="en-US" dirty="0"/>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endParaRPr lang="en-US" dirty="0"/>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endParaRPr lang="en-US" dirty="0"/>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endParaRPr lang="en-US" dirty="0"/>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endParaRPr lang="en-US" dirty="0"/>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endParaRPr lang="en-US" dirty="0"/>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endParaRPr lang="en-US" dirty="0"/>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dirty="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dirty="0"/>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7" name="Text Placeholder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8" name="Text Placeholder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9" name="Text Placeholder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2" name="Text Placeholder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3" name="Text Placeholder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4" name="Text Placeholder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lvl1pPr>
              <a:defRPr b="0">
                <a:solidFill>
                  <a:schemeClr val="bg1"/>
                </a:solidFill>
              </a:defRPr>
            </a:lvl1pPr>
          </a:lstStyle>
          <a:p>
            <a:r>
              <a:rPr lang="en-US" dirty="0"/>
              <a:t>Pitch deck title</a:t>
            </a:r>
          </a:p>
        </p:txBody>
      </p:sp>
    </p:spTree>
    <p:extLst>
      <p:ext uri="{BB962C8B-B14F-4D97-AF65-F5344CB8AC3E}">
        <p14:creationId xmlns:p14="http://schemas.microsoft.com/office/powerpoint/2010/main" val="3648307211"/>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Product Benefits">
    <p:spTree>
      <p:nvGrpSpPr>
        <p:cNvPr id="1" name=""/>
        <p:cNvGrpSpPr/>
        <p:nvPr/>
      </p:nvGrpSpPr>
      <p:grpSpPr>
        <a:xfrm>
          <a:off x="0" y="0"/>
          <a:ext cx="0" cy="0"/>
          <a:chOff x="0" y="0"/>
          <a:chExt cx="0" cy="0"/>
        </a:xfrm>
      </p:grpSpPr>
      <p:sp>
        <p:nvSpPr>
          <p:cNvPr id="25" name="Rectangle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Straight Connector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34" name="Text Placeholder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35" name="Text Placeholder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Tree>
    <p:extLst>
      <p:ext uri="{BB962C8B-B14F-4D97-AF65-F5344CB8AC3E}">
        <p14:creationId xmlns:p14="http://schemas.microsoft.com/office/powerpoint/2010/main" val="2459023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7_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anchor="b">
            <a:normAutofit/>
          </a:bodyPr>
          <a:lstStyle>
            <a:lvl1pPr>
              <a:defRPr sz="4000"/>
            </a:lvl1pPr>
          </a:lstStyle>
          <a:p>
            <a:r>
              <a:rPr lang="en-US" dirty="0"/>
              <a:t>CLICK TO EDIT TITLE</a:t>
            </a:r>
          </a:p>
        </p:txBody>
      </p:sp>
      <p:grpSp>
        <p:nvGrpSpPr>
          <p:cNvPr id="7" name="Picture Placeholder 795" descr="abstract colorful illustration of buildings&#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59165920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8_Business Model">
    <p:spTree>
      <p:nvGrpSpPr>
        <p:cNvPr id="1" name=""/>
        <p:cNvGrpSpPr/>
        <p:nvPr/>
      </p:nvGrpSpPr>
      <p:grpSpPr>
        <a:xfrm>
          <a:off x="0" y="0"/>
          <a:ext cx="0" cy="0"/>
          <a:chOff x="0" y="0"/>
          <a:chExt cx="0" cy="0"/>
        </a:xfrm>
      </p:grpSpPr>
      <p:sp>
        <p:nvSpPr>
          <p:cNvPr id="3" name="Rectangle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 name="Straight Connector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17" name="Text Placeholder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0" name="Text Placeholder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15" name="Text Placeholder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2</a:t>
            </a:r>
            <a:endParaRPr lang="en-ZA" dirty="0"/>
          </a:p>
        </p:txBody>
      </p:sp>
      <p:sp>
        <p:nvSpPr>
          <p:cNvPr id="16" name="Text Placeholder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3</a:t>
            </a:r>
            <a:endParaRPr lang="en-ZA" dirty="0"/>
          </a:p>
        </p:txBody>
      </p:sp>
      <p:sp>
        <p:nvSpPr>
          <p:cNvPr id="24" name="Text Placeholder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4</a:t>
            </a:r>
            <a:endParaRPr lang="en-ZA" dirty="0"/>
          </a:p>
        </p:txBody>
      </p:sp>
      <p:cxnSp>
        <p:nvCxnSpPr>
          <p:cNvPr id="10" name="Straight Connector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154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9_Market Overview">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 name="Straight Connector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anchor="ctr" anchorCtr="1">
            <a:normAutofit/>
          </a:bodyPr>
          <a:lstStyle>
            <a:lvl1pPr marL="0" indent="0" algn="ctr">
              <a:spcBef>
                <a:spcPts val="0"/>
              </a:spcBef>
              <a:spcAft>
                <a:spcPts val="0"/>
              </a:spcAft>
              <a:buNone/>
              <a:defRPr sz="2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dirty="0"/>
              <a:t>1</a:t>
            </a:r>
            <a:endParaRPr lang="en-ZA" dirty="0"/>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dirty="0"/>
              <a:t>2</a:t>
            </a:r>
            <a:endParaRPr lang="en-ZA" dirty="0"/>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dirty="0"/>
              <a:t>3</a:t>
            </a:r>
            <a:endParaRPr lang="en-ZA" dirty="0"/>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dirty="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dirty="0"/>
              <a:t>Section Description</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a:noAutofit/>
          </a:bodyPr>
          <a:lstStyle>
            <a:lvl1pPr marL="0" indent="0" algn="ctr">
              <a:lnSpc>
                <a:spcPts val="2400"/>
              </a:lnSpc>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4" name="Date Placeholder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34058489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0_Market 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a:lstStyle>
            <a:lvl1pPr algn="ctr">
              <a:defRPr baseline="0">
                <a:solidFill>
                  <a:schemeClr val="tx1"/>
                </a:solidFill>
              </a:defRPr>
            </a:lvl1pPr>
          </a:lstStyle>
          <a:p>
            <a:r>
              <a:rPr lang="en-US" dirty="0"/>
              <a:t>CLICK TO EDIT TITLE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anchor="t" anchorCtr="0">
            <a:normAutofit/>
          </a:bodyPr>
          <a:lstStyle>
            <a:lvl1pPr marL="0" indent="0" algn="ctr">
              <a:spcBef>
                <a:spcPts val="0"/>
              </a:spcBef>
              <a:spcAft>
                <a:spcPts val="0"/>
              </a:spcAft>
              <a:buNone/>
              <a:defRPr sz="3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dirty="0"/>
              <a:t>1</a:t>
            </a:r>
            <a:endParaRPr lang="en-ZA" dirty="0"/>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dirty="0"/>
              <a:t>2</a:t>
            </a:r>
            <a:endParaRPr lang="en-ZA" dirty="0"/>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dirty="0"/>
              <a:t>3</a:t>
            </a:r>
            <a:endParaRPr lang="en-ZA" dirty="0"/>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dirty="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dirty="0"/>
              <a:t>Section Description</a:t>
            </a:r>
          </a:p>
        </p:txBody>
      </p:sp>
      <p:sp>
        <p:nvSpPr>
          <p:cNvPr id="4" name="Text Placeholder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2" name="Text Placeholder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23" name="Text Placeholder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19" name="Date Placeholder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782336595"/>
      </p:ext>
    </p:extLst>
  </p:cSld>
  <p:clrMapOvr>
    <a:masterClrMapping/>
  </p:clrMapOvr>
  <p:extLst>
    <p:ext uri="{DCECCB84-F9BA-43D5-87BE-67443E8EF086}">
      <p15:sldGuideLst xmlns:p15="http://schemas.microsoft.com/office/powerpoint/2012/main">
        <p15:guide id="1" orient="horz" pos="3432"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sp>
        <p:nvSpPr>
          <p:cNvPr id="11" name="Rectangle 9">
            <a:extLst>
              <a:ext uri="{FF2B5EF4-FFF2-40B4-BE49-F238E27FC236}">
                <a16:creationId xmlns:a16="http://schemas.microsoft.com/office/drawing/2014/main" id="{9BBBE197-C160-4421-9307-B91851A4921E}"/>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Straight Connector 12">
            <a:extLst>
              <a:ext uri="{FF2B5EF4-FFF2-40B4-BE49-F238E27FC236}">
                <a16:creationId xmlns:a16="http://schemas.microsoft.com/office/drawing/2014/main" id="{8DAA0FD4-5531-4AB1-ADC9-D584F92EA44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839788" y="365125"/>
            <a:ext cx="10515600" cy="1325563"/>
          </a:xfrm>
        </p:spPr>
        <p:txBody>
          <a:bodyPr/>
          <a:lstStyle>
            <a:lvl1pPr>
              <a:defRPr baseline="0"/>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839789"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839788"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172200"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172200"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dirty="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dirty="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384317802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Quadra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0" name="Text Placeholder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1" name="Text Placeholder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2" name="Text Placeholder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3" name="Text Placeholder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cxnSp>
        <p:nvCxnSpPr>
          <p:cNvPr id="5" name="Straight Connector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Date Placeholder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438006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3_Growth Strategy">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2" name="Text Placeholder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4" name="Text Placeholder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a:lstStyle>
            <a:lvl1pPr algn="ctr">
              <a:defRPr baseline="0"/>
            </a:lvl1pPr>
          </a:lstStyle>
          <a:p>
            <a:r>
              <a:rPr lang="en-US" dirty="0"/>
              <a:t>CLICK TO EDIT TITLE</a:t>
            </a:r>
          </a:p>
        </p:txBody>
      </p:sp>
      <p:sp>
        <p:nvSpPr>
          <p:cNvPr id="20" name="Text Placeholder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1" name="Text Placeholder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3" name="Text Placeholder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grpSp>
        <p:nvGrpSpPr>
          <p:cNvPr id="956" name="Picture Placeholder 1925" descr="abstract colorful illustration of buildings">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endParaRPr lang="en-US" dirty="0"/>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endParaRPr lang="en-US" dirty="0"/>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endParaRPr lang="en-US" dirty="0"/>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endParaRPr lang="en-US" dirty="0"/>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endParaRPr lang="en-US" dirty="0"/>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endParaRPr lang="en-US" dirty="0"/>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endParaRPr lang="en-US" dirty="0"/>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endParaRPr lang="en-US" dirty="0"/>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endParaRPr lang="en-US" dirty="0"/>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endParaRPr lang="en-US" dirty="0"/>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endParaRPr lang="en-US" dirty="0"/>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endParaRPr lang="en-US" dirty="0"/>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endParaRPr lang="en-US" dirty="0"/>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endParaRPr lang="en-US" dirty="0"/>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endParaRPr lang="en-US" dirty="0"/>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endParaRPr lang="en-US" dirty="0"/>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endParaRPr lang="en-US" dirty="0"/>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endParaRPr lang="en-US" dirty="0"/>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endParaRPr lang="en-US" dirty="0"/>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endParaRPr lang="en-US" dirty="0"/>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endParaRPr lang="en-US" dirty="0"/>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endParaRPr lang="en-US" dirty="0"/>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endParaRPr lang="en-US" dirty="0"/>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endParaRPr lang="en-US" dirty="0"/>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endParaRPr lang="en-US" dirty="0"/>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endParaRPr lang="en-US" dirty="0"/>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endParaRPr lang="en-US" dirty="0"/>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endParaRPr lang="en-US" dirty="0"/>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endParaRPr lang="en-US" dirty="0"/>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endParaRPr lang="en-US" dirty="0"/>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endParaRPr lang="en-US" dirty="0"/>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endParaRPr lang="en-US" dirty="0"/>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endParaRPr lang="en-US" dirty="0"/>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dirty="0"/>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endParaRPr lang="en-US" dirty="0"/>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endParaRPr lang="en-US" dirty="0"/>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endParaRPr lang="en-US" dirty="0"/>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endParaRPr lang="en-US" dirty="0"/>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endParaRPr lang="en-US" dirty="0"/>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endParaRPr lang="en-US" dirty="0"/>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endParaRPr lang="en-US" dirty="0"/>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endParaRPr lang="en-US" dirty="0"/>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endParaRPr lang="en-US" dirty="0"/>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endParaRPr lang="en-US" dirty="0"/>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endParaRPr lang="en-US" dirty="0"/>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endParaRPr lang="en-US" dirty="0"/>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endParaRPr lang="en-US" dirty="0"/>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endParaRPr lang="en-US" dirty="0"/>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endParaRPr lang="en-US" dirty="0"/>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endParaRPr lang="en-US" dirty="0"/>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endParaRPr lang="en-US" dirty="0"/>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endParaRPr lang="en-US" dirty="0"/>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endParaRPr lang="en-US" dirty="0"/>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endParaRPr lang="en-US" dirty="0"/>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endParaRPr lang="en-US" dirty="0"/>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endParaRPr lang="en-US" dirty="0"/>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endParaRPr lang="en-US" dirty="0"/>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endParaRPr lang="en-US" dirty="0"/>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endParaRPr lang="en-US" dirty="0"/>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endParaRPr lang="en-US" dirty="0"/>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endParaRPr lang="en-US" dirty="0"/>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endParaRPr lang="en-US" dirty="0"/>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endParaRPr lang="en-US" dirty="0"/>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endParaRPr lang="en-US" dirty="0"/>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dirty="0"/>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endParaRPr lang="en-US" dirty="0"/>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endParaRPr lang="en-US" dirty="0"/>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endParaRPr lang="en-US" dirty="0"/>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endParaRPr lang="en-US" dirty="0"/>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endParaRPr lang="en-US" dirty="0"/>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endParaRPr lang="en-US" dirty="0"/>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endParaRPr lang="en-US" dirty="0"/>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endParaRPr lang="en-US" dirty="0"/>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endParaRPr lang="en-US" dirty="0"/>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endParaRPr lang="en-US" dirty="0"/>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endParaRPr lang="en-US" dirty="0"/>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endParaRPr lang="en-US" dirty="0"/>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endParaRPr lang="en-US" dirty="0"/>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endParaRPr lang="en-US" dirty="0"/>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endParaRPr lang="en-US" dirty="0"/>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endParaRPr lang="en-US" dirty="0"/>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endParaRPr lang="en-US" dirty="0"/>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endParaRPr lang="en-US" dirty="0"/>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endParaRPr lang="en-US" dirty="0"/>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endParaRPr lang="en-US" dirty="0"/>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endParaRPr lang="en-US" dirty="0"/>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endParaRPr lang="en-US" dirty="0"/>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endParaRPr lang="en-US" dirty="0"/>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endParaRPr lang="en-US" dirty="0"/>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endParaRPr lang="en-US" dirty="0"/>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endParaRPr lang="en-US" dirty="0"/>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endParaRPr lang="en-US" dirty="0"/>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endParaRPr lang="en-US" dirty="0"/>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endParaRPr lang="en-US" dirty="0"/>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endParaRPr lang="en-US" dirty="0"/>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endParaRPr lang="en-US" dirty="0"/>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endParaRPr lang="en-US" dirty="0"/>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endParaRPr lang="en-US" dirty="0"/>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endParaRPr lang="en-US" dirty="0"/>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endParaRPr lang="en-US" dirty="0"/>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endParaRPr lang="en-US" dirty="0"/>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endParaRPr lang="en-US" dirty="0"/>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endParaRPr lang="en-US" dirty="0"/>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endParaRPr lang="en-US" dirty="0"/>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endParaRPr lang="en-US" dirty="0"/>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endParaRPr lang="en-US" dirty="0"/>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endParaRPr lang="en-US" dirty="0"/>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endParaRPr lang="en-US" dirty="0"/>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endParaRPr lang="en-US" dirty="0"/>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endParaRPr lang="en-US" dirty="0"/>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endParaRPr lang="en-US" dirty="0"/>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endParaRPr lang="en-US" dirty="0"/>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endParaRPr lang="en-US" dirty="0"/>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endParaRPr lang="en-US" dirty="0"/>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endParaRPr lang="en-US" dirty="0"/>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endParaRPr lang="en-US" dirty="0"/>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endParaRPr lang="en-US" dirty="0"/>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endParaRPr lang="en-US" dirty="0"/>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endParaRPr lang="en-US" dirty="0"/>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endParaRPr lang="en-US" dirty="0"/>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endParaRPr lang="en-US" dirty="0"/>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endParaRPr lang="en-US" dirty="0"/>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endParaRPr lang="en-US" dirty="0"/>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endParaRPr lang="en-US" dirty="0"/>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endParaRPr lang="en-US" dirty="0"/>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endParaRPr lang="en-US" dirty="0"/>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endParaRPr lang="en-US" dirty="0"/>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endParaRPr lang="en-US" dirty="0"/>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endParaRPr lang="en-US" dirty="0"/>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endParaRPr lang="en-US" dirty="0"/>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endParaRPr lang="en-US" dirty="0"/>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endParaRPr lang="en-US" dirty="0"/>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endParaRPr lang="en-US" dirty="0"/>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endParaRPr lang="en-US" dirty="0"/>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endParaRPr lang="en-US" dirty="0"/>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endParaRPr lang="en-US" dirty="0"/>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endParaRPr lang="en-US" dirty="0"/>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endParaRPr lang="en-US" dirty="0"/>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endParaRPr lang="en-US" dirty="0"/>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endParaRPr lang="en-US" dirty="0"/>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endParaRPr lang="en-US" dirty="0"/>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endParaRPr lang="en-US" dirty="0"/>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endParaRPr lang="en-US" dirty="0"/>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endParaRPr lang="en-US" dirty="0"/>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endParaRPr lang="en-US" dirty="0"/>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endParaRPr lang="en-US" dirty="0"/>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endParaRPr lang="en-US" dirty="0"/>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endParaRPr lang="en-US" dirty="0"/>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endParaRPr lang="en-US" dirty="0"/>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endParaRPr lang="en-US" dirty="0"/>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endParaRPr lang="en-US" dirty="0"/>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endParaRPr lang="en-US" dirty="0"/>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endParaRPr lang="en-US" dirty="0"/>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endParaRPr lang="en-US" dirty="0"/>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endParaRPr lang="en-US" dirty="0"/>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endParaRPr lang="en-US" dirty="0"/>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endParaRPr lang="en-US" dirty="0"/>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endParaRPr lang="en-US" dirty="0"/>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endParaRPr lang="en-US" dirty="0"/>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endParaRPr lang="en-US" dirty="0"/>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endParaRPr lang="en-US" dirty="0"/>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endParaRPr lang="en-US" dirty="0"/>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endParaRPr lang="en-US" dirty="0"/>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endParaRPr lang="en-US" dirty="0"/>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endParaRPr lang="en-US" dirty="0"/>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endParaRPr lang="en-US" dirty="0"/>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endParaRPr lang="en-US" dirty="0"/>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dirty="0"/>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endParaRPr lang="en-US" dirty="0"/>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endParaRPr lang="en-US" dirty="0"/>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endParaRPr lang="en-US" dirty="0"/>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endParaRPr lang="en-US" dirty="0"/>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endParaRPr lang="en-US" dirty="0"/>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endParaRPr lang="en-US" dirty="0"/>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endParaRPr lang="en-US" dirty="0"/>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endParaRPr lang="en-US" dirty="0"/>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endParaRPr lang="en-US" dirty="0"/>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endParaRPr lang="en-US" dirty="0"/>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endParaRPr lang="en-US" dirty="0"/>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endParaRPr lang="en-US" dirty="0"/>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endParaRPr lang="en-US" dirty="0"/>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endParaRPr lang="en-US" dirty="0"/>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endParaRPr lang="en-US" dirty="0"/>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endParaRPr lang="en-US" dirty="0"/>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endParaRPr lang="en-US" dirty="0"/>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endParaRPr lang="en-US" dirty="0"/>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endParaRPr lang="en-US" dirty="0"/>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endParaRPr lang="en-US" dirty="0"/>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endParaRPr lang="en-US" dirty="0"/>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endParaRPr lang="en-US" dirty="0"/>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endParaRPr lang="en-US" dirty="0"/>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endParaRPr lang="en-US" dirty="0"/>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endParaRPr lang="en-US" dirty="0"/>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endParaRPr lang="en-US" dirty="0"/>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endParaRPr lang="en-US" dirty="0"/>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endParaRPr lang="en-US" dirty="0"/>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endParaRPr lang="en-US" dirty="0"/>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endParaRPr lang="en-US" dirty="0"/>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endParaRPr lang="en-US" dirty="0"/>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endParaRPr lang="en-US" dirty="0"/>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endParaRPr lang="en-US" dirty="0"/>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endParaRPr lang="en-US" dirty="0"/>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endParaRPr lang="en-US" dirty="0"/>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endParaRPr lang="en-US" dirty="0"/>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endParaRPr lang="en-US" dirty="0"/>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endParaRPr lang="en-US" dirty="0"/>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endParaRPr lang="en-US" dirty="0"/>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endParaRPr lang="en-US" dirty="0"/>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endParaRPr lang="en-US" dirty="0"/>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endParaRPr lang="en-US" dirty="0"/>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endParaRPr lang="en-US" dirty="0"/>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endParaRPr lang="en-US" dirty="0"/>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endParaRPr lang="en-US" dirty="0"/>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endParaRPr lang="en-US" dirty="0"/>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endParaRPr lang="en-US" dirty="0"/>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endParaRPr lang="en-US" dirty="0"/>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endParaRPr lang="en-US" dirty="0"/>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endParaRPr lang="en-US" dirty="0"/>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endParaRPr lang="en-US" dirty="0"/>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endParaRPr lang="en-US" dirty="0"/>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endParaRPr lang="en-US" dirty="0"/>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endParaRPr lang="en-US" dirty="0"/>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endParaRPr lang="en-US" dirty="0"/>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endParaRPr lang="en-US" dirty="0"/>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endParaRPr lang="en-US" dirty="0"/>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endParaRPr lang="en-US" dirty="0"/>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endParaRPr lang="en-US" dirty="0"/>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endParaRPr lang="en-US" dirty="0"/>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endParaRPr lang="en-US" dirty="0"/>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endParaRPr lang="en-US" dirty="0"/>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endParaRPr lang="en-US" dirty="0"/>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endParaRPr lang="en-US" dirty="0"/>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endParaRPr lang="en-US" dirty="0"/>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endParaRPr lang="en-US" dirty="0"/>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endParaRPr lang="en-US" dirty="0"/>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endParaRPr lang="en-US" dirty="0"/>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endParaRPr lang="en-US" dirty="0"/>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endParaRPr lang="en-US" dirty="0"/>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endParaRPr lang="en-US" dirty="0"/>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endParaRPr lang="en-US" dirty="0"/>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endParaRPr lang="en-US" dirty="0"/>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endParaRPr lang="en-US" dirty="0"/>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endParaRPr lang="en-US" dirty="0"/>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endParaRPr lang="en-US" dirty="0"/>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endParaRPr lang="en-US" dirty="0"/>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endParaRPr lang="en-US" dirty="0"/>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endParaRPr lang="en-US" dirty="0"/>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endParaRPr lang="en-US" dirty="0"/>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endParaRPr lang="en-US" dirty="0"/>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endParaRPr lang="en-US" dirty="0"/>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endParaRPr lang="en-US" dirty="0"/>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endParaRPr lang="en-US" dirty="0"/>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endParaRPr lang="en-US" dirty="0"/>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endParaRPr lang="en-US" dirty="0"/>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dirty="0"/>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dirty="0"/>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endParaRPr lang="en-US" dirty="0"/>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endParaRPr lang="en-US" dirty="0"/>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endParaRPr lang="en-US" dirty="0"/>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endParaRPr lang="en-US" dirty="0"/>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endParaRPr lang="en-US" dirty="0"/>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endParaRPr lang="en-US" dirty="0"/>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endParaRPr lang="en-US" dirty="0"/>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endParaRPr lang="en-US" dirty="0"/>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endParaRPr lang="en-US" dirty="0"/>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endParaRPr lang="en-US" dirty="0"/>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endParaRPr lang="en-US" dirty="0"/>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endParaRPr lang="en-US" dirty="0"/>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endParaRPr lang="en-US" dirty="0"/>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endParaRPr lang="en-US" dirty="0"/>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endParaRPr lang="en-US" dirty="0"/>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endParaRPr lang="en-US" dirty="0"/>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endParaRPr lang="en-US" dirty="0"/>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dirty="0"/>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endParaRPr lang="en-US" dirty="0"/>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endParaRPr lang="en-US" dirty="0"/>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endParaRPr lang="en-US" dirty="0"/>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endParaRPr lang="en-US" dirty="0"/>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endParaRPr lang="en-US" dirty="0"/>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dirty="0"/>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endParaRPr lang="en-US" dirty="0"/>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endParaRPr lang="en-US" dirty="0"/>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endParaRPr lang="en-US" dirty="0"/>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endParaRPr lang="en-US" dirty="0"/>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endParaRPr lang="en-US" dirty="0"/>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dirty="0"/>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endParaRPr lang="en-US" dirty="0"/>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endParaRPr lang="en-US" dirty="0"/>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endParaRPr lang="en-US" dirty="0"/>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endParaRPr lang="en-US" dirty="0"/>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endParaRPr lang="en-US" dirty="0"/>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endParaRPr lang="en-US" dirty="0"/>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endParaRPr lang="en-US" dirty="0"/>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endParaRPr lang="en-US" dirty="0"/>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endParaRPr lang="en-US" dirty="0"/>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dirty="0"/>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endParaRPr lang="en-US" dirty="0"/>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endParaRPr lang="en-US" dirty="0"/>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dirty="0"/>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endParaRPr lang="en-US" dirty="0"/>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endParaRPr lang="en-US" dirty="0"/>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endParaRPr lang="en-US" dirty="0"/>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endParaRPr lang="en-US" dirty="0"/>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endParaRPr lang="en-US" dirty="0"/>
            </a:p>
          </p:txBody>
        </p:sp>
      </p:grpSp>
      <p:sp>
        <p:nvSpPr>
          <p:cNvPr id="959" name="Footer Placeholder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a:lstStyle>
            <a:lvl1pPr>
              <a:defRPr>
                <a:solidFill>
                  <a:schemeClr val="bg1"/>
                </a:solidFill>
              </a:defRPr>
            </a:lvl1pPr>
          </a:lstStyle>
          <a:p>
            <a:r>
              <a:rPr lang="en-US" dirty="0"/>
              <a:t>Pitch deck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dirty="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1798524139"/>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1572768" y="704088"/>
            <a:ext cx="9052560" cy="640080"/>
          </a:xfrm>
        </p:spPr>
        <p:txBody>
          <a:bodyPr/>
          <a:lstStyle>
            <a:lvl1pPr algn="ctr">
              <a:defRPr baseline="0"/>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923544" y="2670048"/>
            <a:ext cx="4901184" cy="3200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364224" y="2532888"/>
            <a:ext cx="5166360" cy="36941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dirty="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dirty="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0" name="Text Placeholder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Tree>
    <p:extLst>
      <p:ext uri="{BB962C8B-B14F-4D97-AF65-F5344CB8AC3E}">
        <p14:creationId xmlns:p14="http://schemas.microsoft.com/office/powerpoint/2010/main" val="69263025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Timelin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normAutofit/>
          </a:bodyPr>
          <a:lstStyle>
            <a:lvl1pPr>
              <a:defRPr sz="3800" cap="all"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39" name="Text Placeholder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anchor="ctr"/>
          <a:lstStyle>
            <a:lvl1pPr marL="0" indent="0" algn="ctr">
              <a:buNone/>
              <a:defRPr sz="1400" b="1">
                <a:solidFill>
                  <a:schemeClr val="tx1"/>
                </a:solidFill>
                <a:latin typeface="+mj-lt"/>
              </a:defRPr>
            </a:lvl1pPr>
          </a:lstStyle>
          <a:p>
            <a:pPr lvl="0"/>
            <a:r>
              <a:rPr lang="en-US" dirty="0"/>
              <a:t>Year</a:t>
            </a:r>
            <a:endParaRPr lang="en-ZA" dirty="0"/>
          </a:p>
        </p:txBody>
      </p:sp>
      <p:sp>
        <p:nvSpPr>
          <p:cNvPr id="40" name="Text Placeholder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1" name="Text Placeholder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2" name="Text Placeholder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3" name="Text Placeholder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4" name="Text Placeholder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anchor="ctr"/>
          <a:lstStyle>
            <a:lvl1pPr marL="0" indent="0" algn="ctr">
              <a:buNone/>
              <a:defRPr sz="1400" b="1">
                <a:solidFill>
                  <a:schemeClr val="tx1"/>
                </a:solidFill>
                <a:latin typeface="+mj-lt"/>
              </a:defRPr>
            </a:lvl1pPr>
          </a:lstStyle>
          <a:p>
            <a:pPr lvl="0"/>
            <a:r>
              <a:rPr lang="en-US" dirty="0"/>
              <a:t>Year</a:t>
            </a:r>
            <a:endParaRPr lang="en-ZA" dirty="0"/>
          </a:p>
        </p:txBody>
      </p:sp>
      <p:sp>
        <p:nvSpPr>
          <p:cNvPr id="45" name="Text Placeholder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6" name="Text Placeholder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7" name="Text Placeholder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8" name="Text Placeholder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9" name="Text Placeholder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0" name="Text Placeholder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1" name="Text Placeholder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2" name="Text Placeholder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3" name="Text Placeholder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4" name="Text Placeholder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5" name="Text Placeholder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6" name="Text Placeholder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7" name="Text Placeholder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8" name="Text Placeholder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9" name="Text Placeholder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0" name="Text Placeholder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1" name="Text Placeholder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2" name="Text Placeholder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3" name="Text Placeholder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4" name="Text Placeholder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cxnSp>
        <p:nvCxnSpPr>
          <p:cNvPr id="65" name="Straight Connector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 Placeholder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a:r>
              <a:rPr lang="en-US" dirty="0"/>
              <a:t>Item Title</a:t>
            </a:r>
            <a:endParaRPr lang="en-ZA" dirty="0"/>
          </a:p>
        </p:txBody>
      </p:sp>
      <p:sp>
        <p:nvSpPr>
          <p:cNvPr id="67" name="Text Placeholder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a:noAutofit/>
          </a:bodyPr>
          <a:lstStyle>
            <a:lvl1pPr marL="0" indent="0" algn="ctr">
              <a:buNone/>
              <a:defRPr sz="1100">
                <a:solidFill>
                  <a:schemeClr val="tx1">
                    <a:lumMod val="75000"/>
                    <a:lumOff val="25000"/>
                  </a:schemeClr>
                </a:solidFill>
              </a:defRPr>
            </a:lvl1pPr>
          </a:lstStyle>
          <a:p>
            <a:pPr lvl="0"/>
            <a:r>
              <a:rPr lang="en-US" dirty="0"/>
              <a:t>Month, Year</a:t>
            </a:r>
            <a:endParaRPr lang="en-ZA" dirty="0"/>
          </a:p>
        </p:txBody>
      </p:sp>
      <p:sp>
        <p:nvSpPr>
          <p:cNvPr id="68" name="Date Placeholder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6987382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16_Financial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BF8F5A6A-E29E-401A-801A-8FD9CAABA7A5}"/>
              </a:ext>
            </a:extLst>
          </p:cNvPr>
          <p:cNvSpPr>
            <a:spLocks noGrp="1"/>
          </p:cNvSpPr>
          <p:nvPr>
            <p:ph idx="1"/>
          </p:nvPr>
        </p:nvSpPr>
        <p:spPr>
          <a:xfrm>
            <a:off x="915924" y="1825625"/>
            <a:ext cx="10360152"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11645874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Team 4up">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dirty="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dirty="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6" name="Rectangle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1" name="Picture Placeholder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12" name="Rectangle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5" name="Picture Placeholder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16" name="Rectangle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9" name="Picture Placeholder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20" name="Rectangle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3" name="Picture Placeholder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Tree>
    <p:extLst>
      <p:ext uri="{BB962C8B-B14F-4D97-AF65-F5344CB8AC3E}">
        <p14:creationId xmlns:p14="http://schemas.microsoft.com/office/powerpoint/2010/main" val="33425224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Team 8up">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25E70D0E-EDAA-4490-8D97-5F245A32A2E6}"/>
              </a:ext>
            </a:extLst>
          </p:cNvPr>
          <p:cNvSpPr/>
          <p:nvPr userDrawn="1"/>
        </p:nvSpPr>
        <p:spPr>
          <a:xfrm>
            <a:off x="94183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Picture Placeholder 10">
            <a:extLst>
              <a:ext uri="{FF2B5EF4-FFF2-40B4-BE49-F238E27FC236}">
                <a16:creationId xmlns:a16="http://schemas.microsoft.com/office/drawing/2014/main" id="{F4300E0A-2C35-48E1-A7CE-95EBD8EBB9EB}"/>
              </a:ext>
            </a:extLst>
          </p:cNvPr>
          <p:cNvSpPr>
            <a:spLocks noGrp="1"/>
          </p:cNvSpPr>
          <p:nvPr>
            <p:ph type="pic" sz="quarter" idx="15"/>
          </p:nvPr>
        </p:nvSpPr>
        <p:spPr>
          <a:xfrm>
            <a:off x="1056132"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2" name="Rectangle 41">
            <a:extLst>
              <a:ext uri="{FF2B5EF4-FFF2-40B4-BE49-F238E27FC236}">
                <a16:creationId xmlns:a16="http://schemas.microsoft.com/office/drawing/2014/main" id="{99D6C849-74CD-4E83-8CC4-99167CFD5052}"/>
              </a:ext>
            </a:extLst>
          </p:cNvPr>
          <p:cNvSpPr/>
          <p:nvPr userDrawn="1"/>
        </p:nvSpPr>
        <p:spPr>
          <a:xfrm>
            <a:off x="3740155"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Picture Placeholder 10">
            <a:extLst>
              <a:ext uri="{FF2B5EF4-FFF2-40B4-BE49-F238E27FC236}">
                <a16:creationId xmlns:a16="http://schemas.microsoft.com/office/drawing/2014/main" id="{EC894F36-9611-4410-9632-21E5CE1FF1FA}"/>
              </a:ext>
            </a:extLst>
          </p:cNvPr>
          <p:cNvSpPr>
            <a:spLocks noGrp="1"/>
          </p:cNvSpPr>
          <p:nvPr>
            <p:ph type="pic" sz="quarter" idx="18"/>
          </p:nvPr>
        </p:nvSpPr>
        <p:spPr>
          <a:xfrm>
            <a:off x="3854455"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4" name="Rectangle 43">
            <a:extLst>
              <a:ext uri="{FF2B5EF4-FFF2-40B4-BE49-F238E27FC236}">
                <a16:creationId xmlns:a16="http://schemas.microsoft.com/office/drawing/2014/main" id="{4FD21C66-AAE4-4F7A-836C-5ABFDB3E2C40}"/>
              </a:ext>
            </a:extLst>
          </p:cNvPr>
          <p:cNvSpPr/>
          <p:nvPr userDrawn="1"/>
        </p:nvSpPr>
        <p:spPr>
          <a:xfrm>
            <a:off x="6538478"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Picture Placeholder 10">
            <a:extLst>
              <a:ext uri="{FF2B5EF4-FFF2-40B4-BE49-F238E27FC236}">
                <a16:creationId xmlns:a16="http://schemas.microsoft.com/office/drawing/2014/main" id="{8663743D-14C0-41A7-8122-D4D2A7801780}"/>
              </a:ext>
            </a:extLst>
          </p:cNvPr>
          <p:cNvSpPr>
            <a:spLocks noGrp="1"/>
          </p:cNvSpPr>
          <p:nvPr>
            <p:ph type="pic" sz="quarter" idx="21"/>
          </p:nvPr>
        </p:nvSpPr>
        <p:spPr>
          <a:xfrm>
            <a:off x="6652778"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6" name="Rectangle 45">
            <a:extLst>
              <a:ext uri="{FF2B5EF4-FFF2-40B4-BE49-F238E27FC236}">
                <a16:creationId xmlns:a16="http://schemas.microsoft.com/office/drawing/2014/main" id="{68F25CD1-436E-47AA-8A14-C090BF4316B6}"/>
              </a:ext>
            </a:extLst>
          </p:cNvPr>
          <p:cNvSpPr/>
          <p:nvPr userDrawn="1"/>
        </p:nvSpPr>
        <p:spPr>
          <a:xfrm>
            <a:off x="933680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Picture Placeholder 10">
            <a:extLst>
              <a:ext uri="{FF2B5EF4-FFF2-40B4-BE49-F238E27FC236}">
                <a16:creationId xmlns:a16="http://schemas.microsoft.com/office/drawing/2014/main" id="{68C01EED-EC2C-4D5E-969B-9815EC0237DA}"/>
              </a:ext>
            </a:extLst>
          </p:cNvPr>
          <p:cNvSpPr>
            <a:spLocks noGrp="1"/>
          </p:cNvSpPr>
          <p:nvPr>
            <p:ph type="pic" sz="quarter" idx="24"/>
          </p:nvPr>
        </p:nvSpPr>
        <p:spPr>
          <a:xfrm>
            <a:off x="9451102"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dirty="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dirty="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3443293"/>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3691331"/>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739896"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739896"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537960"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537960"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336024"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336024"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5" name="Text Placeholder 7">
            <a:extLst>
              <a:ext uri="{FF2B5EF4-FFF2-40B4-BE49-F238E27FC236}">
                <a16:creationId xmlns:a16="http://schemas.microsoft.com/office/drawing/2014/main" id="{A0E37C15-4439-4FA1-B82A-6543015098C1}"/>
              </a:ext>
            </a:extLst>
          </p:cNvPr>
          <p:cNvSpPr>
            <a:spLocks noGrp="1"/>
          </p:cNvSpPr>
          <p:nvPr>
            <p:ph type="body" sz="quarter" idx="25" hasCustomPrompt="1"/>
          </p:nvPr>
        </p:nvSpPr>
        <p:spPr>
          <a:xfrm>
            <a:off x="941832" y="5745281"/>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6" name="Text Placeholder 7">
            <a:extLst>
              <a:ext uri="{FF2B5EF4-FFF2-40B4-BE49-F238E27FC236}">
                <a16:creationId xmlns:a16="http://schemas.microsoft.com/office/drawing/2014/main" id="{B4B36042-0944-4E63-98F0-4C6088F4B012}"/>
              </a:ext>
            </a:extLst>
          </p:cNvPr>
          <p:cNvSpPr>
            <a:spLocks noGrp="1"/>
          </p:cNvSpPr>
          <p:nvPr>
            <p:ph type="body" sz="quarter" idx="26" hasCustomPrompt="1"/>
          </p:nvPr>
        </p:nvSpPr>
        <p:spPr>
          <a:xfrm>
            <a:off x="941832" y="5987343"/>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9" name="Text Placeholder 7">
            <a:extLst>
              <a:ext uri="{FF2B5EF4-FFF2-40B4-BE49-F238E27FC236}">
                <a16:creationId xmlns:a16="http://schemas.microsoft.com/office/drawing/2014/main" id="{525DBE17-3292-4AD9-9132-FEC89DF26EF6}"/>
              </a:ext>
            </a:extLst>
          </p:cNvPr>
          <p:cNvSpPr>
            <a:spLocks noGrp="1"/>
          </p:cNvSpPr>
          <p:nvPr>
            <p:ph type="body" sz="quarter" idx="28" hasCustomPrompt="1"/>
          </p:nvPr>
        </p:nvSpPr>
        <p:spPr>
          <a:xfrm>
            <a:off x="3739896"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0" name="Text Placeholder 7">
            <a:extLst>
              <a:ext uri="{FF2B5EF4-FFF2-40B4-BE49-F238E27FC236}">
                <a16:creationId xmlns:a16="http://schemas.microsoft.com/office/drawing/2014/main" id="{45D8728A-4ADC-409A-AF07-C6DC0796E542}"/>
              </a:ext>
            </a:extLst>
          </p:cNvPr>
          <p:cNvSpPr>
            <a:spLocks noGrp="1"/>
          </p:cNvSpPr>
          <p:nvPr>
            <p:ph type="body" sz="quarter" idx="29" hasCustomPrompt="1"/>
          </p:nvPr>
        </p:nvSpPr>
        <p:spPr>
          <a:xfrm>
            <a:off x="3739896"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33" name="Text Placeholder 7">
            <a:extLst>
              <a:ext uri="{FF2B5EF4-FFF2-40B4-BE49-F238E27FC236}">
                <a16:creationId xmlns:a16="http://schemas.microsoft.com/office/drawing/2014/main" id="{B49575FE-C1FA-4068-A233-77E5F5A13272}"/>
              </a:ext>
            </a:extLst>
          </p:cNvPr>
          <p:cNvSpPr>
            <a:spLocks noGrp="1"/>
          </p:cNvSpPr>
          <p:nvPr>
            <p:ph type="body" sz="quarter" idx="31" hasCustomPrompt="1"/>
          </p:nvPr>
        </p:nvSpPr>
        <p:spPr>
          <a:xfrm>
            <a:off x="6537960"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4" name="Text Placeholder 7">
            <a:extLst>
              <a:ext uri="{FF2B5EF4-FFF2-40B4-BE49-F238E27FC236}">
                <a16:creationId xmlns:a16="http://schemas.microsoft.com/office/drawing/2014/main" id="{166F420D-1588-4FD4-97C7-F6BE4424A8A3}"/>
              </a:ext>
            </a:extLst>
          </p:cNvPr>
          <p:cNvSpPr>
            <a:spLocks noGrp="1"/>
          </p:cNvSpPr>
          <p:nvPr>
            <p:ph type="body" sz="quarter" idx="32" hasCustomPrompt="1"/>
          </p:nvPr>
        </p:nvSpPr>
        <p:spPr>
          <a:xfrm>
            <a:off x="6537960"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37" name="Text Placeholder 7">
            <a:extLst>
              <a:ext uri="{FF2B5EF4-FFF2-40B4-BE49-F238E27FC236}">
                <a16:creationId xmlns:a16="http://schemas.microsoft.com/office/drawing/2014/main" id="{A50D099D-DBBB-4ABF-B900-9B4AF2B814AD}"/>
              </a:ext>
            </a:extLst>
          </p:cNvPr>
          <p:cNvSpPr>
            <a:spLocks noGrp="1"/>
          </p:cNvSpPr>
          <p:nvPr>
            <p:ph type="body" sz="quarter" idx="34" hasCustomPrompt="1"/>
          </p:nvPr>
        </p:nvSpPr>
        <p:spPr>
          <a:xfrm>
            <a:off x="9336024"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8" name="Text Placeholder 7">
            <a:extLst>
              <a:ext uri="{FF2B5EF4-FFF2-40B4-BE49-F238E27FC236}">
                <a16:creationId xmlns:a16="http://schemas.microsoft.com/office/drawing/2014/main" id="{F4BB94E2-DE8B-4D7C-A9AD-5F1A452B75C8}"/>
              </a:ext>
            </a:extLst>
          </p:cNvPr>
          <p:cNvSpPr>
            <a:spLocks noGrp="1"/>
          </p:cNvSpPr>
          <p:nvPr>
            <p:ph type="body" sz="quarter" idx="35" hasCustomPrompt="1"/>
          </p:nvPr>
        </p:nvSpPr>
        <p:spPr>
          <a:xfrm>
            <a:off x="9336024"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54" name="Rectangle 53">
            <a:extLst>
              <a:ext uri="{FF2B5EF4-FFF2-40B4-BE49-F238E27FC236}">
                <a16:creationId xmlns:a16="http://schemas.microsoft.com/office/drawing/2014/main" id="{1BFAF5AF-131D-45FE-9220-15852C520008}"/>
              </a:ext>
            </a:extLst>
          </p:cNvPr>
          <p:cNvSpPr/>
          <p:nvPr userDrawn="1"/>
        </p:nvSpPr>
        <p:spPr>
          <a:xfrm>
            <a:off x="941832"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Picture Placeholder 10">
            <a:extLst>
              <a:ext uri="{FF2B5EF4-FFF2-40B4-BE49-F238E27FC236}">
                <a16:creationId xmlns:a16="http://schemas.microsoft.com/office/drawing/2014/main" id="{86B14609-6CE7-4483-A952-6A0C59D63312}"/>
              </a:ext>
            </a:extLst>
          </p:cNvPr>
          <p:cNvSpPr>
            <a:spLocks noGrp="1"/>
          </p:cNvSpPr>
          <p:nvPr>
            <p:ph type="pic" sz="quarter" idx="36"/>
          </p:nvPr>
        </p:nvSpPr>
        <p:spPr>
          <a:xfrm>
            <a:off x="1056132"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56" name="Rectangle 55">
            <a:extLst>
              <a:ext uri="{FF2B5EF4-FFF2-40B4-BE49-F238E27FC236}">
                <a16:creationId xmlns:a16="http://schemas.microsoft.com/office/drawing/2014/main" id="{6E1E5DFE-ABE4-4574-8214-460F40787767}"/>
              </a:ext>
            </a:extLst>
          </p:cNvPr>
          <p:cNvSpPr/>
          <p:nvPr userDrawn="1"/>
        </p:nvSpPr>
        <p:spPr>
          <a:xfrm>
            <a:off x="3739896"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Picture Placeholder 10">
            <a:extLst>
              <a:ext uri="{FF2B5EF4-FFF2-40B4-BE49-F238E27FC236}">
                <a16:creationId xmlns:a16="http://schemas.microsoft.com/office/drawing/2014/main" id="{8C0FF998-B1F8-44FC-A045-B322FEC67A38}"/>
              </a:ext>
            </a:extLst>
          </p:cNvPr>
          <p:cNvSpPr>
            <a:spLocks noGrp="1"/>
          </p:cNvSpPr>
          <p:nvPr>
            <p:ph type="pic" sz="quarter" idx="37"/>
          </p:nvPr>
        </p:nvSpPr>
        <p:spPr>
          <a:xfrm>
            <a:off x="3854196"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58" name="Rectangle 57">
            <a:extLst>
              <a:ext uri="{FF2B5EF4-FFF2-40B4-BE49-F238E27FC236}">
                <a16:creationId xmlns:a16="http://schemas.microsoft.com/office/drawing/2014/main" id="{99BFB914-76F2-40AA-B7E6-F06BCEBF6C79}"/>
              </a:ext>
            </a:extLst>
          </p:cNvPr>
          <p:cNvSpPr/>
          <p:nvPr userDrawn="1"/>
        </p:nvSpPr>
        <p:spPr>
          <a:xfrm>
            <a:off x="6537960"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Picture Placeholder 10">
            <a:extLst>
              <a:ext uri="{FF2B5EF4-FFF2-40B4-BE49-F238E27FC236}">
                <a16:creationId xmlns:a16="http://schemas.microsoft.com/office/drawing/2014/main" id="{B101D19E-87CD-4005-9400-DB83194D9039}"/>
              </a:ext>
            </a:extLst>
          </p:cNvPr>
          <p:cNvSpPr>
            <a:spLocks noGrp="1"/>
          </p:cNvSpPr>
          <p:nvPr>
            <p:ph type="pic" sz="quarter" idx="38"/>
          </p:nvPr>
        </p:nvSpPr>
        <p:spPr>
          <a:xfrm>
            <a:off x="6652260"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60" name="Rectangle 59">
            <a:extLst>
              <a:ext uri="{FF2B5EF4-FFF2-40B4-BE49-F238E27FC236}">
                <a16:creationId xmlns:a16="http://schemas.microsoft.com/office/drawing/2014/main" id="{7FA2C836-B950-48A3-94B2-47E0E9F4D843}"/>
              </a:ext>
            </a:extLst>
          </p:cNvPr>
          <p:cNvSpPr/>
          <p:nvPr userDrawn="1"/>
        </p:nvSpPr>
        <p:spPr>
          <a:xfrm>
            <a:off x="9336024"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Picture Placeholder 10">
            <a:extLst>
              <a:ext uri="{FF2B5EF4-FFF2-40B4-BE49-F238E27FC236}">
                <a16:creationId xmlns:a16="http://schemas.microsoft.com/office/drawing/2014/main" id="{D51652FF-DB34-4769-98B0-7BAF1150CDEA}"/>
              </a:ext>
            </a:extLst>
          </p:cNvPr>
          <p:cNvSpPr>
            <a:spLocks noGrp="1"/>
          </p:cNvSpPr>
          <p:nvPr>
            <p:ph type="pic" sz="quarter" idx="39"/>
          </p:nvPr>
        </p:nvSpPr>
        <p:spPr>
          <a:xfrm>
            <a:off x="9450324"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Tree>
    <p:extLst>
      <p:ext uri="{BB962C8B-B14F-4D97-AF65-F5344CB8AC3E}">
        <p14:creationId xmlns:p14="http://schemas.microsoft.com/office/powerpoint/2010/main" val="18314095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9_Fun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a:t>Click to edit Master title style</a:t>
            </a:r>
            <a:endParaRPr lang="en-US" dirty="0"/>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7" name="Content Placeholder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8" name="Content Placeholder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9" name="Content Placeholder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0" name="Content Placeholder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1" name="Text Placeholder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2" name="Text Placeholder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3" name="Text Placeholder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4" name="Text Placeholder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5" name="Text Placeholder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6" name="Text Placeholder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7" name="Text Placeholder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8" name="Text Placeholder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9" name="Text Placeholder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0" name="Text Placeholder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1" name="Text Placeholder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2" name="Text Placeholder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Tree>
    <p:extLst>
      <p:ext uri="{BB962C8B-B14F-4D97-AF65-F5344CB8AC3E}">
        <p14:creationId xmlns:p14="http://schemas.microsoft.com/office/powerpoint/2010/main" val="227347942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0_Summary2">
    <p:spTree>
      <p:nvGrpSpPr>
        <p:cNvPr id="1" name=""/>
        <p:cNvGrpSpPr/>
        <p:nvPr/>
      </p:nvGrpSpPr>
      <p:grpSpPr>
        <a:xfrm>
          <a:off x="0" y="0"/>
          <a:ext cx="0" cy="0"/>
          <a:chOff x="0" y="0"/>
          <a:chExt cx="0" cy="0"/>
        </a:xfrm>
      </p:grpSpPr>
      <p:grpSp>
        <p:nvGrpSpPr>
          <p:cNvPr id="8" name="Picture Placeholder 20" descr="abstract colorful illustration of buildings">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675" name="Text Placeholder 7">
            <a:extLst>
              <a:ext uri="{FF2B5EF4-FFF2-40B4-BE49-F238E27FC236}">
                <a16:creationId xmlns:a16="http://schemas.microsoft.com/office/drawing/2014/main" id="{2E8766DA-C6C6-45DD-A32E-F7A76297B36B}"/>
              </a:ext>
            </a:extLst>
          </p:cNvPr>
          <p:cNvSpPr>
            <a:spLocks noGrp="1"/>
          </p:cNvSpPr>
          <p:nvPr>
            <p:ph type="body" sz="quarter" idx="13"/>
          </p:nvPr>
        </p:nvSpPr>
        <p:spPr>
          <a:xfrm>
            <a:off x="6117336"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68965588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Thank You">
    <p:bg>
      <p:bgPr>
        <a:solidFill>
          <a:schemeClr val="accent5"/>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anchor="b" anchorCtr="0"/>
          <a:lstStyle/>
          <a:p>
            <a:r>
              <a:rPr lang="en-US" dirty="0"/>
              <a:t>CLICK TO EDIT MASTER TITLE STYLE</a:t>
            </a:r>
          </a:p>
        </p:txBody>
      </p:sp>
      <p:sp>
        <p:nvSpPr>
          <p:cNvPr id="14" name="Text Placeholder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a:normAutofit/>
          </a:bodyPr>
          <a:lstStyle>
            <a:lvl1pPr marL="0" indent="0">
              <a:lnSpc>
                <a:spcPts val="3000"/>
              </a:lnSpc>
              <a:spcBef>
                <a:spcPts val="0"/>
              </a:spcBef>
              <a:buNone/>
              <a:defRPr sz="18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dirty="0"/>
              <a:t>Click to edit text</a:t>
            </a:r>
          </a:p>
        </p:txBody>
      </p:sp>
      <p:grpSp>
        <p:nvGrpSpPr>
          <p:cNvPr id="10" name="Picture Placeholder 44" descr="abstract colorful illustration of buildings">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endParaRPr lang="en-US" dirty="0"/>
            </a:p>
          </p:txBody>
        </p:sp>
      </p:gr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8569738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ACA106-0FC3-4FE9-9338-4AC3D15608E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2BF6510-D603-481E-B685-9095150A2891}"/>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743757-ABC3-44BF-87D3-5E323E9B00D9}"/>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23A79566-C1F8-443D-A135-C668898477AE}"/>
              </a:ext>
            </a:extLst>
          </p:cNvPr>
          <p:cNvSpPr>
            <a:spLocks noGrp="1"/>
          </p:cNvSpPr>
          <p:nvPr>
            <p:ph type="dt" sz="half" idx="10"/>
          </p:nvPr>
        </p:nvSpPr>
        <p:spPr/>
        <p:txBody>
          <a:bodyPr/>
          <a:lstStyle/>
          <a:p>
            <a:r>
              <a:rPr lang="en-US" dirty="0"/>
              <a:t>7/1/20XX</a:t>
            </a:r>
          </a:p>
        </p:txBody>
      </p:sp>
      <p:sp>
        <p:nvSpPr>
          <p:cNvPr id="6" name="Footer Placeholder 5">
            <a:extLst>
              <a:ext uri="{FF2B5EF4-FFF2-40B4-BE49-F238E27FC236}">
                <a16:creationId xmlns:a16="http://schemas.microsoft.com/office/drawing/2014/main" id="{035CF363-F733-460B-9E71-BF70442AC396}"/>
              </a:ext>
            </a:extLst>
          </p:cNvPr>
          <p:cNvSpPr>
            <a:spLocks noGrp="1"/>
          </p:cNvSpPr>
          <p:nvPr>
            <p:ph type="ftr" sz="quarter" idx="11"/>
          </p:nvPr>
        </p:nvSpPr>
        <p:spPr/>
        <p:txBody>
          <a:bodyPr/>
          <a:lstStyle/>
          <a:p>
            <a:r>
              <a:rPr lang="en-US" dirty="0"/>
              <a:t>Pitch deck title</a:t>
            </a:r>
          </a:p>
        </p:txBody>
      </p:sp>
      <p:sp>
        <p:nvSpPr>
          <p:cNvPr id="7" name="Slide Number Placeholder 6">
            <a:extLst>
              <a:ext uri="{FF2B5EF4-FFF2-40B4-BE49-F238E27FC236}">
                <a16:creationId xmlns:a16="http://schemas.microsoft.com/office/drawing/2014/main" id="{A3B0FA47-58F4-4B95-AD52-4EFE7977ACEC}"/>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48949378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B4411E-20EA-4627-8A68-17038DCE1876}"/>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1974E5B2-1EB9-4222-8FAB-65BDC9A9500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DC197C18-82B5-4EB5-9010-63FFB7F5316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732AD86-1F8B-4DE6-9736-793E1781772C}"/>
              </a:ext>
            </a:extLst>
          </p:cNvPr>
          <p:cNvSpPr>
            <a:spLocks noGrp="1"/>
          </p:cNvSpPr>
          <p:nvPr>
            <p:ph type="dt" sz="half" idx="10"/>
          </p:nvPr>
        </p:nvSpPr>
        <p:spPr/>
        <p:txBody>
          <a:bodyPr/>
          <a:lstStyle/>
          <a:p>
            <a:r>
              <a:rPr lang="en-US" dirty="0"/>
              <a:t>7/1/20XX</a:t>
            </a:r>
          </a:p>
        </p:txBody>
      </p:sp>
      <p:sp>
        <p:nvSpPr>
          <p:cNvPr id="6" name="Footer Placeholder 5">
            <a:extLst>
              <a:ext uri="{FF2B5EF4-FFF2-40B4-BE49-F238E27FC236}">
                <a16:creationId xmlns:a16="http://schemas.microsoft.com/office/drawing/2014/main" id="{FA60A3B3-8B02-4D8B-A982-7C7CA03A9290}"/>
              </a:ext>
            </a:extLst>
          </p:cNvPr>
          <p:cNvSpPr>
            <a:spLocks noGrp="1"/>
          </p:cNvSpPr>
          <p:nvPr>
            <p:ph type="ftr" sz="quarter" idx="11"/>
          </p:nvPr>
        </p:nvSpPr>
        <p:spPr/>
        <p:txBody>
          <a:bodyPr/>
          <a:lstStyle/>
          <a:p>
            <a:r>
              <a:rPr lang="en-US" dirty="0"/>
              <a:t>Pitch deck title</a:t>
            </a:r>
          </a:p>
        </p:txBody>
      </p:sp>
      <p:sp>
        <p:nvSpPr>
          <p:cNvPr id="7" name="Slide Number Placeholder 6">
            <a:extLst>
              <a:ext uri="{FF2B5EF4-FFF2-40B4-BE49-F238E27FC236}">
                <a16:creationId xmlns:a16="http://schemas.microsoft.com/office/drawing/2014/main" id="{989C9CBB-7187-447C-9F33-04CFDCD0B2D0}"/>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298881390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B4660D4-B0ED-42D9-BC6D-AF4F1F9CB6C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74C607AE-E8B7-4C3B-A6DA-04289E2F0A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001917CC-671D-47EA-B065-51E87EC27B5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000">
                <a:solidFill>
                  <a:schemeClr val="tx1"/>
                </a:solidFill>
              </a:defRPr>
            </a:lvl1pPr>
          </a:lstStyle>
          <a:p>
            <a:r>
              <a:rPr lang="en-US" dirty="0"/>
              <a:t>7/1/20XX</a:t>
            </a:r>
          </a:p>
        </p:txBody>
      </p:sp>
      <p:sp>
        <p:nvSpPr>
          <p:cNvPr id="5" name="Footer Placeholder 4">
            <a:extLst>
              <a:ext uri="{FF2B5EF4-FFF2-40B4-BE49-F238E27FC236}">
                <a16:creationId xmlns:a16="http://schemas.microsoft.com/office/drawing/2014/main" id="{3F2D0B54-5D87-4D1B-9C6E-5A7B87C833A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000">
                <a:solidFill>
                  <a:schemeClr val="tx1"/>
                </a:solidFill>
              </a:defRPr>
            </a:lvl1pPr>
          </a:lstStyle>
          <a:p>
            <a:r>
              <a:rPr lang="en-US" dirty="0"/>
              <a:t>Pitch deck title</a:t>
            </a:r>
          </a:p>
        </p:txBody>
      </p:sp>
      <p:sp>
        <p:nvSpPr>
          <p:cNvPr id="6" name="Slide Number Placeholder 5">
            <a:extLst>
              <a:ext uri="{FF2B5EF4-FFF2-40B4-BE49-F238E27FC236}">
                <a16:creationId xmlns:a16="http://schemas.microsoft.com/office/drawing/2014/main" id="{C5CADFFD-0FF7-4DDC-8879-918576F63E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000">
                <a:solidFill>
                  <a:schemeClr val="tx1"/>
                </a:solidFill>
              </a:defRPr>
            </a:lvl1p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2464305198"/>
      </p:ext>
    </p:extLst>
  </p:cSld>
  <p:clrMap bg1="lt1" tx1="dk1" bg2="lt2" tx2="dk2" accent1="accent1" accent2="accent2" accent3="accent3" accent4="accent4" accent5="accent5" accent6="accent6" hlink="hlink" folHlink="folHlink"/>
  <p:sldLayoutIdLst>
    <p:sldLayoutId id="2147483649" r:id="rId1"/>
    <p:sldLayoutId id="2147483666" r:id="rId2"/>
    <p:sldLayoutId id="2147483667" r:id="rId3"/>
    <p:sldLayoutId id="2147483672" r:id="rId4"/>
    <p:sldLayoutId id="2147483691" r:id="rId5"/>
    <p:sldLayoutId id="2147483674" r:id="rId6"/>
    <p:sldLayoutId id="2147483651" r:id="rId7"/>
    <p:sldLayoutId id="2147483688" r:id="rId8"/>
    <p:sldLayoutId id="2147483670" r:id="rId9"/>
    <p:sldLayoutId id="2147483687" r:id="rId10"/>
    <p:sldLayoutId id="2147483677" r:id="rId11"/>
    <p:sldLayoutId id="2147483682" r:id="rId12"/>
    <p:sldLayoutId id="2147483692" r:id="rId13"/>
    <p:sldLayoutId id="2147483653" r:id="rId14"/>
    <p:sldLayoutId id="2147483681" r:id="rId15"/>
    <p:sldLayoutId id="2147483650" r:id="rId16"/>
    <p:sldLayoutId id="2147483671" r:id="rId17"/>
    <p:sldLayoutId id="2147483669" r:id="rId18"/>
    <p:sldLayoutId id="2147483689" r:id="rId19"/>
    <p:sldLayoutId id="2147483685" r:id="rId20"/>
    <p:sldLayoutId id="2147483668" r:id="rId21"/>
    <p:sldLayoutId id="2147483652" r:id="rId22"/>
    <p:sldLayoutId id="2147483656" r:id="rId23"/>
  </p:sldLayoutIdLst>
  <p:hf hdr="0"/>
  <p:txStyles>
    <p:title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userDrawn="1">
          <p15:clr>
            <a:srgbClr val="F26B43"/>
          </p15:clr>
        </p15:guide>
        <p15:guide id="2" pos="1920" userDrawn="1">
          <p15:clr>
            <a:srgbClr val="F26B43"/>
          </p15:clr>
        </p15:guide>
        <p15:guide id="3" pos="5760" userDrawn="1">
          <p15:clr>
            <a:srgbClr val="F26B43"/>
          </p15:clr>
        </p15:guide>
        <p15:guide id="4" pos="7104" userDrawn="1">
          <p15:clr>
            <a:srgbClr val="C35EA4"/>
          </p15:clr>
        </p15:guide>
        <p15:guide id="5" pos="576" userDrawn="1">
          <p15:clr>
            <a:srgbClr val="C35EA4"/>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0.xml.rels><?xml version="1.0" encoding="UTF-8" standalone="yes"?>
<Relationships xmlns="http://schemas.openxmlformats.org/package/2006/relationships"><Relationship Id="rId3" Type="http://schemas.openxmlformats.org/officeDocument/2006/relationships/hyperlink" Target="https://www.cloudflare.com/learning/privacy/encryption-and-privacy/" TargetMode="External"/><Relationship Id="rId2" Type="http://schemas.openxmlformats.org/officeDocument/2006/relationships/hyperlink" Target="https://blog.rsisecurity.com/importance-of-encryption-in-the-business-world/" TargetMode="External"/><Relationship Id="rId1" Type="http://schemas.openxmlformats.org/officeDocument/2006/relationships/slideLayout" Target="../slideLayouts/slideLayout21.xml"/><Relationship Id="rId5" Type="http://schemas.openxmlformats.org/officeDocument/2006/relationships/hyperlink" Target="https://www.lepide.com/blog/5-benefits-of-using-encryption-technology-for-data-protection/" TargetMode="External"/><Relationship Id="rId4" Type="http://schemas.openxmlformats.org/officeDocument/2006/relationships/hyperlink" Target="https://usa.kaspersky.com/resource-center/definitions/encryption"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F9A70E70-C058-4A66-85BB-82F2C235E05B}"/>
              </a:ext>
            </a:extLst>
          </p:cNvPr>
          <p:cNvSpPr>
            <a:spLocks noGrp="1"/>
          </p:cNvSpPr>
          <p:nvPr>
            <p:ph type="ctrTitle"/>
          </p:nvPr>
        </p:nvSpPr>
        <p:spPr>
          <a:xfrm>
            <a:off x="6437376" y="1874520"/>
            <a:ext cx="4379976" cy="1547583"/>
          </a:xfrm>
        </p:spPr>
        <p:txBody>
          <a:bodyPr>
            <a:normAutofit fontScale="90000"/>
          </a:bodyPr>
          <a:lstStyle/>
          <a:p>
            <a:r>
              <a:rPr lang="en-US" dirty="0"/>
              <a:t>Encryption for your Data </a:t>
            </a:r>
            <a:r>
              <a:rPr lang="en-US"/>
              <a:t>&amp; Devices</a:t>
            </a:r>
            <a:endParaRPr lang="en-US" dirty="0"/>
          </a:p>
        </p:txBody>
      </p:sp>
      <p:sp>
        <p:nvSpPr>
          <p:cNvPr id="20" name="Subtitle 2">
            <a:extLst>
              <a:ext uri="{FF2B5EF4-FFF2-40B4-BE49-F238E27FC236}">
                <a16:creationId xmlns:a16="http://schemas.microsoft.com/office/drawing/2014/main" id="{B1DFF4FF-96BE-9147-96D1-A240ED566CE1}"/>
              </a:ext>
            </a:extLst>
          </p:cNvPr>
          <p:cNvSpPr>
            <a:spLocks noGrp="1"/>
          </p:cNvSpPr>
          <p:nvPr>
            <p:ph type="subTitle" idx="1"/>
          </p:nvPr>
        </p:nvSpPr>
        <p:spPr>
          <a:xfrm>
            <a:off x="6437376" y="3483864"/>
            <a:ext cx="4379976" cy="613370"/>
          </a:xfrm>
        </p:spPr>
        <p:txBody>
          <a:bodyPr/>
          <a:lstStyle/>
          <a:p>
            <a:r>
              <a:rPr lang="en-US" dirty="0"/>
              <a:t>North Ridge Security</a:t>
            </a:r>
          </a:p>
        </p:txBody>
      </p:sp>
    </p:spTree>
    <p:extLst>
      <p:ext uri="{BB962C8B-B14F-4D97-AF65-F5344CB8AC3E}">
        <p14:creationId xmlns:p14="http://schemas.microsoft.com/office/powerpoint/2010/main" val="14761372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19F29B-F233-48AF-8261-F33A4E079E3E}"/>
              </a:ext>
            </a:extLst>
          </p:cNvPr>
          <p:cNvSpPr>
            <a:spLocks noGrp="1"/>
          </p:cNvSpPr>
          <p:nvPr>
            <p:ph type="title"/>
          </p:nvPr>
        </p:nvSpPr>
        <p:spPr>
          <a:xfrm>
            <a:off x="342440" y="242701"/>
            <a:ext cx="5665424" cy="1325563"/>
          </a:xfrm>
        </p:spPr>
        <p:txBody>
          <a:bodyPr>
            <a:normAutofit/>
          </a:bodyPr>
          <a:lstStyle/>
          <a:p>
            <a:r>
              <a:rPr lang="en-ZA" dirty="0"/>
              <a:t>ABOUT Encryption</a:t>
            </a:r>
          </a:p>
        </p:txBody>
      </p:sp>
      <p:sp>
        <p:nvSpPr>
          <p:cNvPr id="3" name="Subtitle 2">
            <a:extLst>
              <a:ext uri="{FF2B5EF4-FFF2-40B4-BE49-F238E27FC236}">
                <a16:creationId xmlns:a16="http://schemas.microsoft.com/office/drawing/2014/main" id="{35E3EA69-4E0E-41BD-8095-A124225A2647}"/>
              </a:ext>
            </a:extLst>
          </p:cNvPr>
          <p:cNvSpPr>
            <a:spLocks noGrp="1"/>
          </p:cNvSpPr>
          <p:nvPr>
            <p:ph type="body" sz="quarter" idx="13"/>
          </p:nvPr>
        </p:nvSpPr>
        <p:spPr>
          <a:xfrm>
            <a:off x="254305" y="1539435"/>
            <a:ext cx="7347333" cy="4508825"/>
          </a:xfrm>
        </p:spPr>
        <p:txBody>
          <a:bodyPr vert="horz" lIns="91440" tIns="45720" rIns="91440" bIns="45720" rtlCol="0" anchor="t">
            <a:noAutofit/>
          </a:bodyPr>
          <a:lstStyle/>
          <a:p>
            <a:r>
              <a:rPr lang="en-US" sz="1800" dirty="0">
                <a:ea typeface="Calibri" panose="020F0502020204030204" pitchFamily="34" charset="0"/>
                <a:cs typeface="Calibri" panose="020F0502020204030204" pitchFamily="34" charset="0"/>
              </a:rPr>
              <a:t>According to the IBM 2018 Cost of a Data Breach Study, it costs $3.86 million to cover an average data breach. This cost is slated to increase by 6.4% this year with the likelihood of a recurring breach over the next two years, increasing by 27.9%. This statistic alone is enough for businesses to consider ways to optimize their data security measures that ensure the optimal protection of their company’s data.</a:t>
            </a:r>
          </a:p>
          <a:p>
            <a:endParaRPr lang="en-US" sz="1800" dirty="0">
              <a:ea typeface="Calibri" panose="020F0502020204030204" pitchFamily="34" charset="0"/>
              <a:cs typeface="Calibri" panose="020F0502020204030204" pitchFamily="34" charset="0"/>
            </a:endParaRPr>
          </a:p>
          <a:p>
            <a:r>
              <a:rPr lang="en-US" sz="1800" dirty="0">
                <a:ea typeface="Calibri" panose="020F0502020204030204" pitchFamily="34" charset="0"/>
                <a:cs typeface="Calibri" panose="020F0502020204030204" pitchFamily="34" charset="0"/>
              </a:rPr>
              <a:t>One of the most effective methods for protecting your network data </a:t>
            </a:r>
            <a:r>
              <a:rPr lang="en-US" sz="1800">
                <a:ea typeface="Calibri" panose="020F0502020204030204" pitchFamily="34" charset="0"/>
                <a:cs typeface="Calibri" panose="020F0502020204030204" pitchFamily="34" charset="0"/>
              </a:rPr>
              <a:t>is encryption</a:t>
            </a:r>
            <a:r>
              <a:rPr lang="en-US" sz="1800" dirty="0">
                <a:ea typeface="Calibri" panose="020F0502020204030204" pitchFamily="34" charset="0"/>
                <a:cs typeface="Calibri" panose="020F0502020204030204" pitchFamily="34" charset="0"/>
              </a:rPr>
              <a:t>. Just like you lock the doors to the important spaces in your business to deter an intrusion, you need to do the same with your network data via encryption. Except instead of locking a physical door, encryption places rules-based algorithms as heavy-duty data guards that flank your data to protect it from hackers.</a:t>
            </a:r>
          </a:p>
        </p:txBody>
      </p:sp>
      <p:sp>
        <p:nvSpPr>
          <p:cNvPr id="15" name="Slide Number Placeholder 14">
            <a:extLst>
              <a:ext uri="{FF2B5EF4-FFF2-40B4-BE49-F238E27FC236}">
                <a16:creationId xmlns:a16="http://schemas.microsoft.com/office/drawing/2014/main" id="{DF477A88-2AF7-461F-A62A-2370C03845B8}"/>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2</a:t>
            </a:fld>
            <a:endParaRPr lang="en-US" dirty="0"/>
          </a:p>
        </p:txBody>
      </p:sp>
    </p:spTree>
    <p:extLst>
      <p:ext uri="{BB962C8B-B14F-4D97-AF65-F5344CB8AC3E}">
        <p14:creationId xmlns:p14="http://schemas.microsoft.com/office/powerpoint/2010/main" val="62099131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a:extLst>
              <a:ext uri="{FF2B5EF4-FFF2-40B4-BE49-F238E27FC236}">
                <a16:creationId xmlns:a16="http://schemas.microsoft.com/office/drawing/2014/main" id="{5FB75C3E-5885-49DD-8190-BB1E8C511A7E}"/>
              </a:ext>
            </a:extLst>
          </p:cNvPr>
          <p:cNvSpPr>
            <a:spLocks noGrp="1"/>
          </p:cNvSpPr>
          <p:nvPr>
            <p:ph type="title"/>
          </p:nvPr>
        </p:nvSpPr>
        <p:spPr>
          <a:xfrm>
            <a:off x="838200" y="365125"/>
            <a:ext cx="10515600" cy="1325563"/>
          </a:xfrm>
        </p:spPr>
        <p:txBody>
          <a:bodyPr/>
          <a:lstStyle/>
          <a:p>
            <a:r>
              <a:rPr lang="en-ZA" dirty="0"/>
              <a:t>Importance of Encryption</a:t>
            </a:r>
          </a:p>
        </p:txBody>
      </p:sp>
      <p:sp>
        <p:nvSpPr>
          <p:cNvPr id="34" name="Slide Number Placeholder 33">
            <a:extLst>
              <a:ext uri="{FF2B5EF4-FFF2-40B4-BE49-F238E27FC236}">
                <a16:creationId xmlns:a16="http://schemas.microsoft.com/office/drawing/2014/main" id="{5B126C81-EB34-4B01-A592-C14F87B18B68}"/>
              </a:ext>
            </a:extLst>
          </p:cNvPr>
          <p:cNvSpPr>
            <a:spLocks noGrp="1"/>
          </p:cNvSpPr>
          <p:nvPr>
            <p:ph type="sldNum" sz="quarter" idx="11"/>
          </p:nvPr>
        </p:nvSpPr>
        <p:spPr>
          <a:xfrm>
            <a:off x="8610600" y="6356350"/>
            <a:ext cx="2743200" cy="365125"/>
          </a:xfrm>
        </p:spPr>
        <p:txBody>
          <a:bodyPr/>
          <a:lstStyle/>
          <a:p>
            <a:fld id="{19B51A1E-902D-48AF-9020-955120F399B6}" type="slidenum">
              <a:rPr lang="en-ZA" smtClean="0"/>
              <a:pPr/>
              <a:t>3</a:t>
            </a:fld>
            <a:endParaRPr lang="en-ZA" dirty="0"/>
          </a:p>
        </p:txBody>
      </p:sp>
      <p:sp>
        <p:nvSpPr>
          <p:cNvPr id="25" name="TextBox 24">
            <a:extLst>
              <a:ext uri="{FF2B5EF4-FFF2-40B4-BE49-F238E27FC236}">
                <a16:creationId xmlns:a16="http://schemas.microsoft.com/office/drawing/2014/main" id="{72BDB28C-58C6-6C1B-8B3B-A38F69FA5506}"/>
              </a:ext>
            </a:extLst>
          </p:cNvPr>
          <p:cNvSpPr txBox="1"/>
          <p:nvPr/>
        </p:nvSpPr>
        <p:spPr>
          <a:xfrm>
            <a:off x="1487277" y="1894901"/>
            <a:ext cx="8670275" cy="3416320"/>
          </a:xfrm>
          <a:prstGeom prst="rect">
            <a:avLst/>
          </a:prstGeom>
          <a:noFill/>
        </p:spPr>
        <p:txBody>
          <a:bodyPr wrap="square" rtlCol="0">
            <a:spAutoFit/>
          </a:bodyPr>
          <a:lstStyle/>
          <a:p>
            <a:pPr algn="l"/>
            <a:r>
              <a:rPr lang="en-US" b="0" i="0" dirty="0">
                <a:solidFill>
                  <a:srgbClr val="2A2A2A"/>
                </a:solidFill>
                <a:effectLst/>
              </a:rPr>
              <a:t>If a laptop is lost or stolen and the files or disk aren’t encrypted, the thief can easily access the information, so it’s a good practice to encrypt your sensitive data, if not your entire hard drive. The thief doesn’t even need to know the password to access the files; it’s easy to boot a computer from a USB thumb drive and then access the disks within the computer.</a:t>
            </a:r>
          </a:p>
          <a:p>
            <a:pPr algn="l"/>
            <a:endParaRPr lang="en-US" b="0" i="0" dirty="0">
              <a:solidFill>
                <a:srgbClr val="2A2A2A"/>
              </a:solidFill>
              <a:effectLst/>
            </a:endParaRPr>
          </a:p>
          <a:p>
            <a:pPr algn="l"/>
            <a:r>
              <a:rPr lang="en-US" b="0" i="0" dirty="0">
                <a:solidFill>
                  <a:srgbClr val="2A2A2A"/>
                </a:solidFill>
                <a:effectLst/>
              </a:rPr>
              <a:t>Disk encryption doesn’t protect a computer entirely. A hacker can still access the computer over an insecure network connection, or a user can click a malicious link in an email and infect the computer with malware that steals usernames and passwords. Those types of attacks require additional security controls, like anti-malware software, firewalls and awareness training. However, encrypting a computer’s files or the entire disk greatly reduces the risk of data theft.</a:t>
            </a:r>
          </a:p>
        </p:txBody>
      </p:sp>
    </p:spTree>
    <p:extLst>
      <p:ext uri="{BB962C8B-B14F-4D97-AF65-F5344CB8AC3E}">
        <p14:creationId xmlns:p14="http://schemas.microsoft.com/office/powerpoint/2010/main" val="383130072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838200" y="365125"/>
            <a:ext cx="10515600" cy="1325563"/>
          </a:xfrm>
        </p:spPr>
        <p:txBody>
          <a:bodyPr>
            <a:normAutofit/>
          </a:bodyPr>
          <a:lstStyle/>
          <a:p>
            <a:r>
              <a:rPr lang="en-US" dirty="0"/>
              <a:t>Encryption Through Software</a:t>
            </a:r>
          </a:p>
        </p:txBody>
      </p:sp>
      <p:sp>
        <p:nvSpPr>
          <p:cNvPr id="148" name="Slide Number Placeholder 147">
            <a:extLst>
              <a:ext uri="{FF2B5EF4-FFF2-40B4-BE49-F238E27FC236}">
                <a16:creationId xmlns:a16="http://schemas.microsoft.com/office/drawing/2014/main" id="{4448F4FF-8F5D-4535-8008-20CDEFD6057F}"/>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4</a:t>
            </a:fld>
            <a:endParaRPr lang="en-US" dirty="0"/>
          </a:p>
        </p:txBody>
      </p:sp>
      <p:sp>
        <p:nvSpPr>
          <p:cNvPr id="3" name="Content Placeholder 2">
            <a:extLst>
              <a:ext uri="{FF2B5EF4-FFF2-40B4-BE49-F238E27FC236}">
                <a16:creationId xmlns:a16="http://schemas.microsoft.com/office/drawing/2014/main" id="{7D779DE4-CAEA-4617-897E-FEC9A2AC2D6A}"/>
              </a:ext>
            </a:extLst>
          </p:cNvPr>
          <p:cNvSpPr>
            <a:spLocks noGrp="1"/>
          </p:cNvSpPr>
          <p:nvPr>
            <p:ph type="body" sz="quarter" idx="13"/>
          </p:nvPr>
        </p:nvSpPr>
        <p:spPr>
          <a:xfrm>
            <a:off x="1023943" y="1896094"/>
            <a:ext cx="7910736" cy="4254849"/>
          </a:xfrm>
        </p:spPr>
        <p:txBody>
          <a:bodyPr vert="horz" lIns="91440" tIns="45720" rIns="91440" bIns="45720" rtlCol="0" anchor="t">
            <a:normAutofit fontScale="92500" lnSpcReduction="10000"/>
          </a:bodyPr>
          <a:lstStyle/>
          <a:p>
            <a:pPr marL="0" marR="0">
              <a:lnSpc>
                <a:spcPct val="107000"/>
              </a:lnSpc>
              <a:spcBef>
                <a:spcPts val="0"/>
              </a:spcBef>
              <a:spcAft>
                <a:spcPts val="800"/>
              </a:spcAft>
            </a:pPr>
            <a:r>
              <a:rPr lang="en-US" sz="1800" kern="100" dirty="0">
                <a:effectLst/>
                <a:latin typeface="+mj-lt"/>
                <a:ea typeface="Calibri" panose="020F0502020204030204" pitchFamily="34" charset="0"/>
                <a:cs typeface="Times New Roman" panose="02020603050405020304" pitchFamily="18" charset="0"/>
              </a:rPr>
              <a:t>Advantages</a:t>
            </a:r>
            <a:r>
              <a:rPr lang="en-US" sz="1800" kern="100" dirty="0">
                <a:effectLst/>
                <a:ea typeface="Calibri" panose="020F0502020204030204" pitchFamily="34" charset="0"/>
                <a:cs typeface="Times New Roman" panose="02020603050405020304" pitchFamily="18" charset="0"/>
              </a:rPr>
              <a:t>:</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Flexibility: Software encryption can be implemented on any device, regardless of hardware support.</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Cost-effective: Often, software-based solutions are more affordable and do not require specialized hardware.</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Widespread support: Many operating systems and applications support software encryption.</a:t>
            </a:r>
          </a:p>
          <a:p>
            <a:pPr marR="0">
              <a:lnSpc>
                <a:spcPct val="107000"/>
              </a:lnSpc>
              <a:spcBef>
                <a:spcPts val="0"/>
              </a:spcBef>
              <a:spcAft>
                <a:spcPts val="800"/>
              </a:spcAft>
            </a:pPr>
            <a:endParaRPr lang="en-US" sz="1800" kern="100" dirty="0">
              <a:effectLst/>
              <a:ea typeface="Calibri" panose="020F0502020204030204" pitchFamily="34" charset="0"/>
              <a:cs typeface="Times New Roman" panose="02020603050405020304" pitchFamily="18" charset="0"/>
            </a:endParaRPr>
          </a:p>
          <a:p>
            <a:pPr marL="0" marR="0">
              <a:lnSpc>
                <a:spcPct val="107000"/>
              </a:lnSpc>
              <a:spcBef>
                <a:spcPts val="0"/>
              </a:spcBef>
              <a:spcAft>
                <a:spcPts val="800"/>
              </a:spcAft>
            </a:pPr>
            <a:r>
              <a:rPr lang="en-US" sz="1800" kern="100" dirty="0">
                <a:effectLst/>
                <a:latin typeface="+mj-lt"/>
                <a:ea typeface="Calibri" panose="020F0502020204030204" pitchFamily="34" charset="0"/>
                <a:cs typeface="Times New Roman" panose="02020603050405020304" pitchFamily="18" charset="0"/>
              </a:rPr>
              <a:t>Disadvantages</a:t>
            </a:r>
            <a:r>
              <a:rPr lang="en-US" sz="1800" kern="100" dirty="0">
                <a:effectLst/>
                <a:ea typeface="Calibri" panose="020F0502020204030204" pitchFamily="34" charset="0"/>
                <a:cs typeface="Times New Roman" panose="02020603050405020304" pitchFamily="18" charset="0"/>
              </a:rPr>
              <a:t>:</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Performance: Software encryption can be resource-intensive, potentially leading to slower system performance.</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Vulnerability to malware: Since the encryption is dependent on the software, it may be susceptible to attacks targeting the software layer.</a:t>
            </a:r>
          </a:p>
          <a:p>
            <a:endParaRPr lang="en-US" dirty="0"/>
          </a:p>
        </p:txBody>
      </p:sp>
    </p:spTree>
    <p:extLst>
      <p:ext uri="{BB962C8B-B14F-4D97-AF65-F5344CB8AC3E}">
        <p14:creationId xmlns:p14="http://schemas.microsoft.com/office/powerpoint/2010/main" val="73164184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031FE9-9059-4FE8-B4AC-9771F23A1B89}"/>
              </a:ext>
            </a:extLst>
          </p:cNvPr>
          <p:cNvSpPr>
            <a:spLocks noGrp="1"/>
          </p:cNvSpPr>
          <p:nvPr>
            <p:ph type="title"/>
          </p:nvPr>
        </p:nvSpPr>
        <p:spPr>
          <a:xfrm>
            <a:off x="5599966" y="292580"/>
            <a:ext cx="6111638" cy="1325563"/>
          </a:xfrm>
        </p:spPr>
        <p:txBody>
          <a:bodyPr>
            <a:normAutofit/>
          </a:bodyPr>
          <a:lstStyle/>
          <a:p>
            <a:r>
              <a:rPr lang="en-US" dirty="0"/>
              <a:t>Full Disk Encryption</a:t>
            </a:r>
          </a:p>
        </p:txBody>
      </p:sp>
      <p:sp>
        <p:nvSpPr>
          <p:cNvPr id="46" name="Slide Number Placeholder 45">
            <a:extLst>
              <a:ext uri="{FF2B5EF4-FFF2-40B4-BE49-F238E27FC236}">
                <a16:creationId xmlns:a16="http://schemas.microsoft.com/office/drawing/2014/main" id="{8A87D3CE-45F6-472C-A82F-FE244BA4AEAF}"/>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pPr/>
              <a:t>5</a:t>
            </a:fld>
            <a:endParaRPr lang="en-US" dirty="0"/>
          </a:p>
        </p:txBody>
      </p:sp>
      <p:sp>
        <p:nvSpPr>
          <p:cNvPr id="28" name="TextBox 27">
            <a:extLst>
              <a:ext uri="{FF2B5EF4-FFF2-40B4-BE49-F238E27FC236}">
                <a16:creationId xmlns:a16="http://schemas.microsoft.com/office/drawing/2014/main" id="{C11E3834-57EC-6F60-D22C-107D6BCD7C4F}"/>
              </a:ext>
            </a:extLst>
          </p:cNvPr>
          <p:cNvSpPr txBox="1"/>
          <p:nvPr/>
        </p:nvSpPr>
        <p:spPr>
          <a:xfrm>
            <a:off x="5045725" y="1766702"/>
            <a:ext cx="6665879" cy="4543680"/>
          </a:xfrm>
          <a:prstGeom prst="rect">
            <a:avLst/>
          </a:prstGeom>
          <a:noFill/>
        </p:spPr>
        <p:txBody>
          <a:bodyPr wrap="square" rtlCol="0">
            <a:spAutoFit/>
          </a:bodyPr>
          <a:lstStyle/>
          <a:p>
            <a:pPr marL="0" marR="0">
              <a:lnSpc>
                <a:spcPct val="107000"/>
              </a:lnSpc>
              <a:spcBef>
                <a:spcPts val="0"/>
              </a:spcBef>
              <a:spcAft>
                <a:spcPts val="800"/>
              </a:spcAft>
            </a:pPr>
            <a:r>
              <a:rPr lang="en-US" sz="1800" kern="100" dirty="0">
                <a:effectLst/>
                <a:latin typeface="+mj-lt"/>
                <a:ea typeface="Calibri" panose="020F0502020204030204" pitchFamily="34" charset="0"/>
                <a:cs typeface="Times New Roman" panose="02020603050405020304" pitchFamily="18" charset="0"/>
              </a:rPr>
              <a:t>Advantages</a:t>
            </a:r>
            <a:r>
              <a:rPr lang="en-US" sz="1800" kern="100" dirty="0">
                <a:effectLst/>
                <a:ea typeface="Calibri" panose="020F0502020204030204" pitchFamily="34" charset="0"/>
                <a:cs typeface="Times New Roman" panose="02020603050405020304" pitchFamily="18" charset="0"/>
              </a:rPr>
              <a:t>:</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Comprehensive protection: Encrypts the entire disk, including the operating system and all data, providing a high level of security.</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Transparent to users: Once set up, FDE is generally transparent to users and doesn't require them to manage individual files or folders.</a:t>
            </a:r>
          </a:p>
          <a:p>
            <a:pPr marR="0">
              <a:lnSpc>
                <a:spcPct val="107000"/>
              </a:lnSpc>
              <a:spcBef>
                <a:spcPts val="0"/>
              </a:spcBef>
              <a:spcAft>
                <a:spcPts val="800"/>
              </a:spcAft>
            </a:pPr>
            <a:endParaRPr lang="en-US" sz="1800" kern="100" dirty="0">
              <a:effectLst/>
              <a:ea typeface="Calibri" panose="020F0502020204030204" pitchFamily="34" charset="0"/>
              <a:cs typeface="Times New Roman" panose="02020603050405020304" pitchFamily="18" charset="0"/>
            </a:endParaRPr>
          </a:p>
          <a:p>
            <a:pPr marL="0" marR="0">
              <a:lnSpc>
                <a:spcPct val="107000"/>
              </a:lnSpc>
              <a:spcBef>
                <a:spcPts val="0"/>
              </a:spcBef>
              <a:spcAft>
                <a:spcPts val="800"/>
              </a:spcAft>
            </a:pPr>
            <a:r>
              <a:rPr lang="en-US" sz="1800" kern="100" dirty="0">
                <a:effectLst/>
                <a:latin typeface="+mj-lt"/>
                <a:ea typeface="Calibri" panose="020F0502020204030204" pitchFamily="34" charset="0"/>
                <a:cs typeface="Times New Roman" panose="02020603050405020304" pitchFamily="18" charset="0"/>
              </a:rPr>
              <a:t>Disadvantages</a:t>
            </a:r>
            <a:r>
              <a:rPr lang="en-US" sz="1800" kern="100" dirty="0">
                <a:effectLst/>
                <a:ea typeface="Calibri" panose="020F0502020204030204" pitchFamily="34" charset="0"/>
                <a:cs typeface="Times New Roman" panose="02020603050405020304" pitchFamily="18" charset="0"/>
              </a:rPr>
              <a:t>:</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Potential performance impact: Encrypting and decrypting data on-the-fly can impact system performance.</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Recovery complexity: If a user forgets the password, recovering data may be challenging.</a:t>
            </a:r>
          </a:p>
        </p:txBody>
      </p:sp>
    </p:spTree>
    <p:extLst>
      <p:ext uri="{BB962C8B-B14F-4D97-AF65-F5344CB8AC3E}">
        <p14:creationId xmlns:p14="http://schemas.microsoft.com/office/powerpoint/2010/main" val="177512490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37BB13-4AF5-4C37-A4E4-C8EBF618E4D4}"/>
              </a:ext>
            </a:extLst>
          </p:cNvPr>
          <p:cNvSpPr>
            <a:spLocks noGrp="1"/>
          </p:cNvSpPr>
          <p:nvPr>
            <p:ph type="title"/>
          </p:nvPr>
        </p:nvSpPr>
        <p:spPr>
          <a:xfrm>
            <a:off x="1764861" y="365760"/>
            <a:ext cx="7180836" cy="1055416"/>
          </a:xfrm>
        </p:spPr>
        <p:txBody>
          <a:bodyPr/>
          <a:lstStyle/>
          <a:p>
            <a:r>
              <a:rPr lang="en-US" dirty="0"/>
              <a:t>Self-Encrypting Disks</a:t>
            </a:r>
          </a:p>
        </p:txBody>
      </p:sp>
      <p:sp>
        <p:nvSpPr>
          <p:cNvPr id="5" name="Text Placeholder 4">
            <a:extLst>
              <a:ext uri="{FF2B5EF4-FFF2-40B4-BE49-F238E27FC236}">
                <a16:creationId xmlns:a16="http://schemas.microsoft.com/office/drawing/2014/main" id="{F70419B2-F393-4213-A2F2-54D877B3EE40}"/>
              </a:ext>
            </a:extLst>
          </p:cNvPr>
          <p:cNvSpPr>
            <a:spLocks noGrp="1"/>
          </p:cNvSpPr>
          <p:nvPr>
            <p:ph type="body" sz="quarter" idx="13"/>
          </p:nvPr>
        </p:nvSpPr>
        <p:spPr>
          <a:xfrm>
            <a:off x="1456389" y="1588175"/>
            <a:ext cx="7037615" cy="3292297"/>
          </a:xfrm>
        </p:spPr>
        <p:txBody>
          <a:bodyPr>
            <a:normAutofit fontScale="85000" lnSpcReduction="10000"/>
          </a:bodyPr>
          <a:lstStyle/>
          <a:p>
            <a:pPr marL="0" marR="0">
              <a:lnSpc>
                <a:spcPct val="107000"/>
              </a:lnSpc>
              <a:spcBef>
                <a:spcPts val="0"/>
              </a:spcBef>
              <a:spcAft>
                <a:spcPts val="800"/>
              </a:spcAft>
            </a:pPr>
            <a:r>
              <a:rPr lang="en-US" sz="1900" kern="100" dirty="0">
                <a:effectLst/>
                <a:latin typeface="+mj-lt"/>
                <a:ea typeface="Calibri" panose="020F0502020204030204" pitchFamily="34" charset="0"/>
                <a:cs typeface="Times New Roman" panose="02020603050405020304" pitchFamily="18" charset="0"/>
              </a:rPr>
              <a:t>Advantages</a:t>
            </a:r>
            <a:r>
              <a:rPr lang="en-US" sz="1900" kern="100" dirty="0">
                <a:effectLst/>
                <a:ea typeface="Calibri" panose="020F0502020204030204" pitchFamily="34" charset="0"/>
                <a:cs typeface="Times New Roman" panose="02020603050405020304" pitchFamily="18" charset="0"/>
              </a:rPr>
              <a:t>:</a:t>
            </a:r>
          </a:p>
          <a:p>
            <a:pPr marL="285750" marR="0" indent="-285750">
              <a:lnSpc>
                <a:spcPct val="107000"/>
              </a:lnSpc>
              <a:spcBef>
                <a:spcPts val="0"/>
              </a:spcBef>
              <a:spcAft>
                <a:spcPts val="800"/>
              </a:spcAft>
              <a:buFont typeface="Arial" panose="020B0604020202020204" pitchFamily="34" charset="0"/>
              <a:buChar char="•"/>
            </a:pPr>
            <a:r>
              <a:rPr lang="en-US" sz="1900" kern="100" dirty="0">
                <a:effectLst/>
                <a:ea typeface="Calibri" panose="020F0502020204030204" pitchFamily="34" charset="0"/>
                <a:cs typeface="Times New Roman" panose="02020603050405020304" pitchFamily="18" charset="0"/>
              </a:rPr>
              <a:t>Hardware-based encryption: Encryption is performed by the drive's hardware, reducing the performance impact on the host system.</a:t>
            </a:r>
          </a:p>
          <a:p>
            <a:pPr marL="285750" marR="0" indent="-285750">
              <a:lnSpc>
                <a:spcPct val="107000"/>
              </a:lnSpc>
              <a:spcBef>
                <a:spcPts val="0"/>
              </a:spcBef>
              <a:spcAft>
                <a:spcPts val="800"/>
              </a:spcAft>
              <a:buFont typeface="Arial" panose="020B0604020202020204" pitchFamily="34" charset="0"/>
              <a:buChar char="•"/>
            </a:pPr>
            <a:r>
              <a:rPr lang="en-US" sz="1900" kern="100" dirty="0">
                <a:effectLst/>
                <a:ea typeface="Calibri" panose="020F0502020204030204" pitchFamily="34" charset="0"/>
                <a:cs typeface="Times New Roman" panose="02020603050405020304" pitchFamily="18" charset="0"/>
              </a:rPr>
              <a:t>Automatic encryption: SEDs often handle encryption automatically, reducing the burden on users.</a:t>
            </a:r>
          </a:p>
          <a:p>
            <a:pPr marR="0">
              <a:lnSpc>
                <a:spcPct val="107000"/>
              </a:lnSpc>
              <a:spcBef>
                <a:spcPts val="0"/>
              </a:spcBef>
              <a:spcAft>
                <a:spcPts val="800"/>
              </a:spcAft>
            </a:pPr>
            <a:endParaRPr lang="en-US" sz="1900" kern="100" dirty="0">
              <a:effectLst/>
              <a:ea typeface="Calibri" panose="020F0502020204030204" pitchFamily="34" charset="0"/>
              <a:cs typeface="Times New Roman" panose="02020603050405020304" pitchFamily="18" charset="0"/>
            </a:endParaRPr>
          </a:p>
          <a:p>
            <a:pPr marL="0" marR="0">
              <a:lnSpc>
                <a:spcPct val="107000"/>
              </a:lnSpc>
              <a:spcBef>
                <a:spcPts val="0"/>
              </a:spcBef>
              <a:spcAft>
                <a:spcPts val="800"/>
              </a:spcAft>
            </a:pPr>
            <a:r>
              <a:rPr lang="en-US" sz="1900" kern="100" dirty="0">
                <a:effectLst/>
                <a:latin typeface="+mj-lt"/>
                <a:ea typeface="Calibri" panose="020F0502020204030204" pitchFamily="34" charset="0"/>
                <a:cs typeface="Times New Roman" panose="02020603050405020304" pitchFamily="18" charset="0"/>
              </a:rPr>
              <a:t>Disadvantages</a:t>
            </a:r>
            <a:r>
              <a:rPr lang="en-US" sz="1900" kern="100" dirty="0">
                <a:effectLst/>
                <a:ea typeface="Calibri" panose="020F0502020204030204" pitchFamily="34" charset="0"/>
                <a:cs typeface="Times New Roman" panose="02020603050405020304" pitchFamily="18" charset="0"/>
              </a:rPr>
              <a:t>:</a:t>
            </a:r>
          </a:p>
          <a:p>
            <a:pPr marL="285750" marR="0" indent="-285750">
              <a:lnSpc>
                <a:spcPct val="107000"/>
              </a:lnSpc>
              <a:spcBef>
                <a:spcPts val="0"/>
              </a:spcBef>
              <a:spcAft>
                <a:spcPts val="800"/>
              </a:spcAft>
              <a:buFont typeface="Arial" panose="020B0604020202020204" pitchFamily="34" charset="0"/>
              <a:buChar char="•"/>
            </a:pPr>
            <a:r>
              <a:rPr lang="en-US" sz="1900" kern="100" dirty="0">
                <a:effectLst/>
                <a:ea typeface="Calibri" panose="020F0502020204030204" pitchFamily="34" charset="0"/>
                <a:cs typeface="Times New Roman" panose="02020603050405020304" pitchFamily="18" charset="0"/>
              </a:rPr>
              <a:t>Compatibility: SEDs may not be compatible with all systems or may require specific configurations.</a:t>
            </a:r>
          </a:p>
          <a:p>
            <a:pPr marL="285750" marR="0" indent="-285750">
              <a:lnSpc>
                <a:spcPct val="107000"/>
              </a:lnSpc>
              <a:spcBef>
                <a:spcPts val="0"/>
              </a:spcBef>
              <a:spcAft>
                <a:spcPts val="800"/>
              </a:spcAft>
              <a:buFont typeface="Arial" panose="020B0604020202020204" pitchFamily="34" charset="0"/>
              <a:buChar char="•"/>
            </a:pPr>
            <a:r>
              <a:rPr lang="en-US" sz="1900" kern="100" dirty="0">
                <a:effectLst/>
                <a:ea typeface="Calibri" panose="020F0502020204030204" pitchFamily="34" charset="0"/>
                <a:cs typeface="Times New Roman" panose="02020603050405020304" pitchFamily="18" charset="0"/>
              </a:rPr>
              <a:t>Cost: SEDs can be more expensive than traditional drives.</a:t>
            </a:r>
          </a:p>
          <a:p>
            <a:endParaRPr lang="en-ZA" dirty="0"/>
          </a:p>
        </p:txBody>
      </p:sp>
      <p:sp>
        <p:nvSpPr>
          <p:cNvPr id="13" name="Slide Number Placeholder 12">
            <a:extLst>
              <a:ext uri="{FF2B5EF4-FFF2-40B4-BE49-F238E27FC236}">
                <a16:creationId xmlns:a16="http://schemas.microsoft.com/office/drawing/2014/main" id="{3C6E5E06-8936-476F-A154-802EC60B090E}"/>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6</a:t>
            </a:fld>
            <a:endParaRPr lang="en-US" dirty="0"/>
          </a:p>
        </p:txBody>
      </p:sp>
    </p:spTree>
    <p:extLst>
      <p:ext uri="{BB962C8B-B14F-4D97-AF65-F5344CB8AC3E}">
        <p14:creationId xmlns:p14="http://schemas.microsoft.com/office/powerpoint/2010/main" val="228191400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Slide Number Placeholder 84">
            <a:extLst>
              <a:ext uri="{FF2B5EF4-FFF2-40B4-BE49-F238E27FC236}">
                <a16:creationId xmlns:a16="http://schemas.microsoft.com/office/drawing/2014/main" id="{5EB842A5-6634-4B31-B78C-639CDAF543A1}"/>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7</a:t>
            </a:fld>
            <a:endParaRPr lang="en-US" dirty="0"/>
          </a:p>
        </p:txBody>
      </p:sp>
      <p:sp>
        <p:nvSpPr>
          <p:cNvPr id="25" name="TextBox 24">
            <a:extLst>
              <a:ext uri="{FF2B5EF4-FFF2-40B4-BE49-F238E27FC236}">
                <a16:creationId xmlns:a16="http://schemas.microsoft.com/office/drawing/2014/main" id="{71C06C24-55BD-F09A-1FA3-7F327B453BAD}"/>
              </a:ext>
            </a:extLst>
          </p:cNvPr>
          <p:cNvSpPr txBox="1"/>
          <p:nvPr/>
        </p:nvSpPr>
        <p:spPr>
          <a:xfrm>
            <a:off x="1531345" y="1542361"/>
            <a:ext cx="6334698" cy="3950953"/>
          </a:xfrm>
          <a:prstGeom prst="rect">
            <a:avLst/>
          </a:prstGeom>
          <a:noFill/>
        </p:spPr>
        <p:txBody>
          <a:bodyPr wrap="square" rtlCol="0">
            <a:spAutoFit/>
          </a:bodyPr>
          <a:lstStyle/>
          <a:p>
            <a:pPr marL="0" marR="0">
              <a:lnSpc>
                <a:spcPct val="107000"/>
              </a:lnSpc>
              <a:spcBef>
                <a:spcPts val="0"/>
              </a:spcBef>
              <a:spcAft>
                <a:spcPts val="800"/>
              </a:spcAft>
            </a:pPr>
            <a:r>
              <a:rPr lang="en-US" sz="1800" kern="100" dirty="0">
                <a:effectLst/>
                <a:latin typeface="+mj-lt"/>
                <a:ea typeface="Calibri" panose="020F0502020204030204" pitchFamily="34" charset="0"/>
                <a:cs typeface="Times New Roman" panose="02020603050405020304" pitchFamily="18" charset="0"/>
              </a:rPr>
              <a:t>Advantages</a:t>
            </a:r>
            <a:r>
              <a:rPr lang="en-US" sz="1800" kern="100" dirty="0">
                <a:effectLst/>
                <a:ea typeface="Calibri" panose="020F0502020204030204" pitchFamily="34" charset="0"/>
                <a:cs typeface="Times New Roman" panose="02020603050405020304" pitchFamily="18" charset="0"/>
              </a:rPr>
              <a:t>:</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High security: HSMs provide a dedicated, secure environment for cryptographic operations.</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Key management: HSMs excel at secure key storage and management.</a:t>
            </a:r>
          </a:p>
          <a:p>
            <a:pPr marR="0">
              <a:lnSpc>
                <a:spcPct val="107000"/>
              </a:lnSpc>
              <a:spcBef>
                <a:spcPts val="0"/>
              </a:spcBef>
              <a:spcAft>
                <a:spcPts val="800"/>
              </a:spcAft>
            </a:pPr>
            <a:endParaRPr lang="en-US" sz="1800" kern="100" dirty="0">
              <a:effectLst/>
              <a:ea typeface="Calibri" panose="020F0502020204030204" pitchFamily="34" charset="0"/>
              <a:cs typeface="Times New Roman" panose="02020603050405020304" pitchFamily="18" charset="0"/>
            </a:endParaRPr>
          </a:p>
          <a:p>
            <a:pPr marL="0" marR="0">
              <a:lnSpc>
                <a:spcPct val="107000"/>
              </a:lnSpc>
              <a:spcBef>
                <a:spcPts val="0"/>
              </a:spcBef>
              <a:spcAft>
                <a:spcPts val="800"/>
              </a:spcAft>
            </a:pPr>
            <a:r>
              <a:rPr lang="en-US" sz="1800" kern="100" dirty="0">
                <a:effectLst/>
                <a:latin typeface="+mj-lt"/>
                <a:ea typeface="Calibri" panose="020F0502020204030204" pitchFamily="34" charset="0"/>
                <a:cs typeface="Times New Roman" panose="02020603050405020304" pitchFamily="18" charset="0"/>
              </a:rPr>
              <a:t>Disadvantages</a:t>
            </a:r>
            <a:r>
              <a:rPr lang="en-US" sz="1800" kern="100" dirty="0">
                <a:effectLst/>
                <a:ea typeface="Calibri" panose="020F0502020204030204" pitchFamily="34" charset="0"/>
                <a:cs typeface="Times New Roman" panose="02020603050405020304" pitchFamily="18" charset="0"/>
              </a:rPr>
              <a:t>:</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Cost: HSMs are typically more expensive than software-based solutions.</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Complex implementation: Integration with systems may require specialized knowledge.</a:t>
            </a:r>
          </a:p>
        </p:txBody>
      </p:sp>
      <p:sp>
        <p:nvSpPr>
          <p:cNvPr id="27" name="Title 1">
            <a:extLst>
              <a:ext uri="{FF2B5EF4-FFF2-40B4-BE49-F238E27FC236}">
                <a16:creationId xmlns:a16="http://schemas.microsoft.com/office/drawing/2014/main" id="{E8282393-E88B-165C-A66E-1D3EEBEFE60A}"/>
              </a:ext>
            </a:extLst>
          </p:cNvPr>
          <p:cNvSpPr>
            <a:spLocks noGrp="1"/>
          </p:cNvSpPr>
          <p:nvPr>
            <p:ph type="title"/>
          </p:nvPr>
        </p:nvSpPr>
        <p:spPr>
          <a:xfrm>
            <a:off x="1764861" y="365760"/>
            <a:ext cx="7180836" cy="1055416"/>
          </a:xfrm>
        </p:spPr>
        <p:txBody>
          <a:bodyPr>
            <a:normAutofit fontScale="90000"/>
          </a:bodyPr>
          <a:lstStyle/>
          <a:p>
            <a:r>
              <a:rPr lang="en-US" dirty="0"/>
              <a:t>Hardware Security Module</a:t>
            </a:r>
          </a:p>
        </p:txBody>
      </p:sp>
    </p:spTree>
    <p:extLst>
      <p:ext uri="{BB962C8B-B14F-4D97-AF65-F5344CB8AC3E}">
        <p14:creationId xmlns:p14="http://schemas.microsoft.com/office/powerpoint/2010/main" val="314017950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859316" y="1169165"/>
            <a:ext cx="5590984" cy="1091523"/>
          </a:xfrm>
        </p:spPr>
        <p:txBody>
          <a:bodyPr>
            <a:normAutofit fontScale="90000"/>
          </a:bodyPr>
          <a:lstStyle/>
          <a:p>
            <a:r>
              <a:rPr lang="en-US" dirty="0"/>
              <a:t>Trusted Platform Module</a:t>
            </a:r>
          </a:p>
        </p:txBody>
      </p:sp>
      <p:sp>
        <p:nvSpPr>
          <p:cNvPr id="3" name="TextBox 2">
            <a:extLst>
              <a:ext uri="{FF2B5EF4-FFF2-40B4-BE49-F238E27FC236}">
                <a16:creationId xmlns:a16="http://schemas.microsoft.com/office/drawing/2014/main" id="{8512C804-7527-2BCC-DEE4-4C7EC0CDBD46}"/>
              </a:ext>
            </a:extLst>
          </p:cNvPr>
          <p:cNvSpPr txBox="1"/>
          <p:nvPr/>
        </p:nvSpPr>
        <p:spPr>
          <a:xfrm>
            <a:off x="319489" y="2668312"/>
            <a:ext cx="8967731" cy="3654590"/>
          </a:xfrm>
          <a:prstGeom prst="rect">
            <a:avLst/>
          </a:prstGeom>
          <a:noFill/>
        </p:spPr>
        <p:txBody>
          <a:bodyPr wrap="square" rtlCol="0">
            <a:spAutoFit/>
          </a:bodyPr>
          <a:lstStyle/>
          <a:p>
            <a:pPr marL="0" marR="0">
              <a:lnSpc>
                <a:spcPct val="107000"/>
              </a:lnSpc>
              <a:spcBef>
                <a:spcPts val="0"/>
              </a:spcBef>
              <a:spcAft>
                <a:spcPts val="800"/>
              </a:spcAft>
            </a:pPr>
            <a:r>
              <a:rPr lang="en-US" sz="1800" kern="100" dirty="0">
                <a:effectLst/>
                <a:latin typeface="+mj-lt"/>
                <a:ea typeface="Calibri" panose="020F0502020204030204" pitchFamily="34" charset="0"/>
                <a:cs typeface="Times New Roman" panose="02020603050405020304" pitchFamily="18" charset="0"/>
              </a:rPr>
              <a:t>Advantages</a:t>
            </a:r>
            <a:r>
              <a:rPr lang="en-US" sz="1800" kern="100" dirty="0">
                <a:effectLst/>
                <a:ea typeface="Calibri" panose="020F0502020204030204" pitchFamily="34" charset="0"/>
                <a:cs typeface="Times New Roman" panose="02020603050405020304" pitchFamily="18" charset="0"/>
              </a:rPr>
              <a:t>:</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Hardware-based security: TPM is a dedicated hardware chip providing a secure execution environment.</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Secure key storage: TPMs can be used for secure key storage and generation.</a:t>
            </a:r>
          </a:p>
          <a:p>
            <a:pPr marR="0">
              <a:lnSpc>
                <a:spcPct val="107000"/>
              </a:lnSpc>
              <a:spcBef>
                <a:spcPts val="0"/>
              </a:spcBef>
              <a:spcAft>
                <a:spcPts val="800"/>
              </a:spcAft>
            </a:pPr>
            <a:endParaRPr lang="en-US" sz="1800" kern="100" dirty="0">
              <a:effectLst/>
              <a:ea typeface="Calibri" panose="020F0502020204030204" pitchFamily="34" charset="0"/>
              <a:cs typeface="Times New Roman" panose="02020603050405020304" pitchFamily="18" charset="0"/>
            </a:endParaRPr>
          </a:p>
          <a:p>
            <a:pPr marL="0" marR="0">
              <a:lnSpc>
                <a:spcPct val="107000"/>
              </a:lnSpc>
              <a:spcBef>
                <a:spcPts val="0"/>
              </a:spcBef>
              <a:spcAft>
                <a:spcPts val="800"/>
              </a:spcAft>
            </a:pPr>
            <a:r>
              <a:rPr lang="en-US" sz="1800" kern="100" dirty="0">
                <a:effectLst/>
                <a:latin typeface="+mj-lt"/>
                <a:ea typeface="Calibri" panose="020F0502020204030204" pitchFamily="34" charset="0"/>
                <a:cs typeface="Times New Roman" panose="02020603050405020304" pitchFamily="18" charset="0"/>
              </a:rPr>
              <a:t>Disadvantages</a:t>
            </a:r>
            <a:r>
              <a:rPr lang="en-US" sz="1800" kern="100" dirty="0">
                <a:effectLst/>
                <a:ea typeface="Calibri" panose="020F0502020204030204" pitchFamily="34" charset="0"/>
                <a:cs typeface="Times New Roman" panose="02020603050405020304" pitchFamily="18" charset="0"/>
              </a:rPr>
              <a:t>:</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Limited functionality: TPMs are designed for specific security functions and may not cover all encryption needs.</a:t>
            </a:r>
          </a:p>
          <a:p>
            <a:pPr marL="285750" marR="0" indent="-285750">
              <a:lnSpc>
                <a:spcPct val="107000"/>
              </a:lnSpc>
              <a:spcBef>
                <a:spcPts val="0"/>
              </a:spcBef>
              <a:spcAft>
                <a:spcPts val="800"/>
              </a:spcAft>
              <a:buFont typeface="Arial" panose="020B0604020202020204" pitchFamily="34" charset="0"/>
              <a:buChar char="•"/>
            </a:pPr>
            <a:r>
              <a:rPr lang="en-US" sz="1800" kern="100" dirty="0">
                <a:effectLst/>
                <a:ea typeface="Calibri" panose="020F0502020204030204" pitchFamily="34" charset="0"/>
                <a:cs typeface="Times New Roman" panose="02020603050405020304" pitchFamily="18" charset="0"/>
              </a:rPr>
              <a:t>Dependent on system support: Requires TPM support in both hardware and software.</a:t>
            </a:r>
          </a:p>
        </p:txBody>
      </p:sp>
    </p:spTree>
    <p:extLst>
      <p:ext uri="{BB962C8B-B14F-4D97-AF65-F5344CB8AC3E}">
        <p14:creationId xmlns:p14="http://schemas.microsoft.com/office/powerpoint/2010/main" val="70778917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a:extLst>
              <a:ext uri="{FF2B5EF4-FFF2-40B4-BE49-F238E27FC236}">
                <a16:creationId xmlns:a16="http://schemas.microsoft.com/office/drawing/2014/main" id="{5FB75C3E-5885-49DD-8190-BB1E8C511A7E}"/>
              </a:ext>
            </a:extLst>
          </p:cNvPr>
          <p:cNvSpPr>
            <a:spLocks noGrp="1"/>
          </p:cNvSpPr>
          <p:nvPr>
            <p:ph type="title"/>
          </p:nvPr>
        </p:nvSpPr>
        <p:spPr>
          <a:xfrm>
            <a:off x="4906009" y="639309"/>
            <a:ext cx="5486400" cy="1325563"/>
          </a:xfrm>
        </p:spPr>
        <p:txBody>
          <a:bodyPr/>
          <a:lstStyle/>
          <a:p>
            <a:r>
              <a:rPr lang="en-ZA" dirty="0"/>
              <a:t>What this means for you</a:t>
            </a:r>
          </a:p>
        </p:txBody>
      </p:sp>
      <p:sp>
        <p:nvSpPr>
          <p:cNvPr id="34" name="Slide Number Placeholder 33">
            <a:extLst>
              <a:ext uri="{FF2B5EF4-FFF2-40B4-BE49-F238E27FC236}">
                <a16:creationId xmlns:a16="http://schemas.microsoft.com/office/drawing/2014/main" id="{5B126C81-EB34-4B01-A592-C14F87B18B68}"/>
              </a:ext>
            </a:extLst>
          </p:cNvPr>
          <p:cNvSpPr>
            <a:spLocks noGrp="1"/>
          </p:cNvSpPr>
          <p:nvPr>
            <p:ph type="sldNum" sz="quarter" idx="12"/>
          </p:nvPr>
        </p:nvSpPr>
        <p:spPr/>
        <p:txBody>
          <a:bodyPr/>
          <a:lstStyle/>
          <a:p>
            <a:fld id="{19B51A1E-902D-48AF-9020-955120F399B6}" type="slidenum">
              <a:rPr lang="en-ZA" smtClean="0"/>
              <a:pPr/>
              <a:t>9</a:t>
            </a:fld>
            <a:endParaRPr lang="en-ZA" dirty="0"/>
          </a:p>
        </p:txBody>
      </p:sp>
      <p:sp>
        <p:nvSpPr>
          <p:cNvPr id="22" name="TextBox 21">
            <a:extLst>
              <a:ext uri="{FF2B5EF4-FFF2-40B4-BE49-F238E27FC236}">
                <a16:creationId xmlns:a16="http://schemas.microsoft.com/office/drawing/2014/main" id="{103E4B04-2584-6A35-BEC6-457BBF2915FE}"/>
              </a:ext>
            </a:extLst>
          </p:cNvPr>
          <p:cNvSpPr txBox="1"/>
          <p:nvPr/>
        </p:nvSpPr>
        <p:spPr>
          <a:xfrm>
            <a:off x="5772839" y="2522863"/>
            <a:ext cx="5724180" cy="3139321"/>
          </a:xfrm>
          <a:prstGeom prst="rect">
            <a:avLst/>
          </a:prstGeom>
          <a:noFill/>
        </p:spPr>
        <p:txBody>
          <a:bodyPr wrap="square" rtlCol="0">
            <a:spAutoFit/>
          </a:bodyPr>
          <a:lstStyle/>
          <a:p>
            <a:r>
              <a:rPr lang="en-US" sz="1800" dirty="0">
                <a:effectLst/>
                <a:ea typeface="Calibri" panose="020F0502020204030204" pitchFamily="34" charset="0"/>
                <a:cs typeface="Times New Roman" panose="02020603050405020304" pitchFamily="18" charset="0"/>
              </a:rPr>
              <a:t>Encryption is a crucial component of cybersecurity, and various methods and technologies are used to implement it. </a:t>
            </a:r>
          </a:p>
          <a:p>
            <a:endParaRPr lang="en-US" dirty="0">
              <a:ea typeface="Calibri" panose="020F0502020204030204" pitchFamily="34" charset="0"/>
              <a:cs typeface="Times New Roman" panose="02020603050405020304" pitchFamily="18" charset="0"/>
            </a:endParaRPr>
          </a:p>
          <a:p>
            <a:r>
              <a:rPr lang="en-US" sz="1800" kern="100" dirty="0">
                <a:effectLst/>
                <a:ea typeface="Calibri" panose="020F0502020204030204" pitchFamily="34" charset="0"/>
                <a:cs typeface="Times New Roman" panose="02020603050405020304" pitchFamily="18" charset="0"/>
              </a:rPr>
              <a:t>In practice, a combination of these methods might be used to create a layered approach to security, addressing different aspects of data protection. The choice often depends on the specific security requirements, performance considerations, and the available infrastructure.</a:t>
            </a:r>
          </a:p>
          <a:p>
            <a:endParaRPr lang="en-US" dirty="0"/>
          </a:p>
        </p:txBody>
      </p:sp>
    </p:spTree>
    <p:extLst>
      <p:ext uri="{BB962C8B-B14F-4D97-AF65-F5344CB8AC3E}">
        <p14:creationId xmlns:p14="http://schemas.microsoft.com/office/powerpoint/2010/main" val="254737140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a:extLst>
              <a:ext uri="{FF2B5EF4-FFF2-40B4-BE49-F238E27FC236}">
                <a16:creationId xmlns:a16="http://schemas.microsoft.com/office/drawing/2014/main" id="{3FB3C754-C1FE-4D2D-9890-A8353F1E8DE8}"/>
              </a:ext>
            </a:extLst>
          </p:cNvPr>
          <p:cNvSpPr>
            <a:spLocks noGrp="1"/>
          </p:cNvSpPr>
          <p:nvPr>
            <p:ph type="title"/>
          </p:nvPr>
        </p:nvSpPr>
        <p:spPr>
          <a:xfrm>
            <a:off x="934671" y="558971"/>
            <a:ext cx="4306824" cy="723601"/>
          </a:xfrm>
        </p:spPr>
        <p:txBody>
          <a:bodyPr/>
          <a:lstStyle/>
          <a:p>
            <a:r>
              <a:rPr lang="en-US" dirty="0"/>
              <a:t>References</a:t>
            </a:r>
          </a:p>
        </p:txBody>
      </p:sp>
      <p:sp>
        <p:nvSpPr>
          <p:cNvPr id="37" name="Text Placeholder 36">
            <a:extLst>
              <a:ext uri="{FF2B5EF4-FFF2-40B4-BE49-F238E27FC236}">
                <a16:creationId xmlns:a16="http://schemas.microsoft.com/office/drawing/2014/main" id="{F8701B31-AB7C-4E0A-952E-ACAC522AF3F8}"/>
              </a:ext>
            </a:extLst>
          </p:cNvPr>
          <p:cNvSpPr>
            <a:spLocks noGrp="1"/>
          </p:cNvSpPr>
          <p:nvPr>
            <p:ph type="body" sz="quarter" idx="13"/>
          </p:nvPr>
        </p:nvSpPr>
        <p:spPr>
          <a:xfrm>
            <a:off x="934670" y="1619479"/>
            <a:ext cx="5161329" cy="3481331"/>
          </a:xfrm>
        </p:spPr>
        <p:txBody>
          <a:bodyPr>
            <a:normAutofit/>
          </a:bodyPr>
          <a:lstStyle/>
          <a:p>
            <a:pPr>
              <a:lnSpc>
                <a:spcPct val="100000"/>
              </a:lnSpc>
            </a:pPr>
            <a:r>
              <a:rPr lang="en-US" sz="1100" dirty="0"/>
              <a:t>IMPORTANCE OF ENCRYPTION IN THE BUSINESS WORLD by RSI Security September 19, 2019</a:t>
            </a:r>
          </a:p>
          <a:p>
            <a:pPr>
              <a:lnSpc>
                <a:spcPct val="100000"/>
              </a:lnSpc>
            </a:pPr>
            <a:r>
              <a:rPr lang="en-US" sz="1100" dirty="0">
                <a:hlinkClick r:id="rId2"/>
              </a:rPr>
              <a:t>https://blog.rsisecurity.com/importance-of-encryption-in-the-business-world/</a:t>
            </a:r>
            <a:endParaRPr lang="en-US" sz="1100" dirty="0"/>
          </a:p>
          <a:p>
            <a:pPr>
              <a:lnSpc>
                <a:spcPct val="100000"/>
              </a:lnSpc>
            </a:pPr>
            <a:endParaRPr lang="en-US" sz="1100" dirty="0"/>
          </a:p>
          <a:p>
            <a:pPr>
              <a:lnSpc>
                <a:spcPct val="100000"/>
              </a:lnSpc>
            </a:pPr>
            <a:r>
              <a:rPr lang="en-US" sz="1100" dirty="0"/>
              <a:t>Why is encryption important for privacy? By 2023 Cloudflare, Inc.</a:t>
            </a:r>
          </a:p>
          <a:p>
            <a:pPr>
              <a:lnSpc>
                <a:spcPct val="100000"/>
              </a:lnSpc>
            </a:pPr>
            <a:r>
              <a:rPr lang="en-US" sz="1100" dirty="0">
                <a:hlinkClick r:id="rId3"/>
              </a:rPr>
              <a:t>https://www.cloudflare.com/learning/privacy/encryption-and-privacy/</a:t>
            </a:r>
            <a:endParaRPr lang="en-US" sz="1100" dirty="0"/>
          </a:p>
          <a:p>
            <a:pPr>
              <a:lnSpc>
                <a:spcPct val="100000"/>
              </a:lnSpc>
            </a:pPr>
            <a:endParaRPr lang="en-US" sz="1100" dirty="0"/>
          </a:p>
          <a:p>
            <a:pPr>
              <a:lnSpc>
                <a:spcPct val="100000"/>
              </a:lnSpc>
            </a:pPr>
            <a:r>
              <a:rPr lang="en-US" sz="1100" dirty="0"/>
              <a:t>What is Data Encryption? By 2023 AO Kaspersky Lab</a:t>
            </a:r>
          </a:p>
          <a:p>
            <a:pPr>
              <a:lnSpc>
                <a:spcPct val="100000"/>
              </a:lnSpc>
            </a:pPr>
            <a:r>
              <a:rPr lang="en-US" sz="1100" dirty="0">
                <a:hlinkClick r:id="rId4"/>
              </a:rPr>
              <a:t>https://usa.kaspersky.com/resource-center/definitions/encryption</a:t>
            </a:r>
            <a:endParaRPr lang="en-US" sz="1100" dirty="0"/>
          </a:p>
          <a:p>
            <a:pPr>
              <a:lnSpc>
                <a:spcPct val="100000"/>
              </a:lnSpc>
            </a:pPr>
            <a:endParaRPr lang="en-US" sz="1100" dirty="0"/>
          </a:p>
          <a:p>
            <a:pPr>
              <a:lnSpc>
                <a:spcPct val="100000"/>
              </a:lnSpc>
            </a:pPr>
            <a:r>
              <a:rPr lang="en-US" sz="1100" dirty="0"/>
              <a:t>5 Benefits of Using Encryption Technology for Data Protection by Phillip Robinson September 28, 2022</a:t>
            </a:r>
          </a:p>
          <a:p>
            <a:pPr>
              <a:lnSpc>
                <a:spcPct val="100000"/>
              </a:lnSpc>
            </a:pPr>
            <a:r>
              <a:rPr lang="en-US" sz="1100" dirty="0">
                <a:hlinkClick r:id="rId5"/>
              </a:rPr>
              <a:t>https://www.lepide.com/blog/5-benefits-of-using-encryption-technology-for-data-protection/</a:t>
            </a:r>
            <a:endParaRPr lang="en-US" sz="1100" dirty="0"/>
          </a:p>
          <a:p>
            <a:pPr>
              <a:lnSpc>
                <a:spcPct val="100000"/>
              </a:lnSpc>
            </a:pPr>
            <a:endParaRPr lang="en-US" sz="1100" dirty="0"/>
          </a:p>
          <a:p>
            <a:pPr>
              <a:lnSpc>
                <a:spcPct val="100000"/>
              </a:lnSpc>
            </a:pPr>
            <a:r>
              <a:rPr lang="en-US" sz="1100" dirty="0"/>
              <a:t>(Ciampa, 2020-12-16)Ciampa, M.  (2020-12-16). CompTIA Security+ Guide to Network Security Fundamentals,  7th Edition. [[VitalSource Bookshelf version]].  Retrieved from vbk://9780357424506</a:t>
            </a:r>
          </a:p>
          <a:p>
            <a:pPr>
              <a:lnSpc>
                <a:spcPct val="100000"/>
              </a:lnSpc>
            </a:pPr>
            <a:endParaRPr lang="en-US" sz="1100" dirty="0"/>
          </a:p>
          <a:p>
            <a:pPr>
              <a:lnSpc>
                <a:spcPct val="100000"/>
              </a:lnSpc>
            </a:pPr>
            <a:endParaRPr lang="en-US" sz="1100" dirty="0"/>
          </a:p>
        </p:txBody>
      </p:sp>
      <p:sp>
        <p:nvSpPr>
          <p:cNvPr id="6" name="Slide Number Placeholder 5">
            <a:extLst>
              <a:ext uri="{FF2B5EF4-FFF2-40B4-BE49-F238E27FC236}">
                <a16:creationId xmlns:a16="http://schemas.microsoft.com/office/drawing/2014/main" id="{1019A024-2FD1-4C73-AC55-A794E56E4FE4}"/>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10</a:t>
            </a:fld>
            <a:endParaRPr lang="en-US" dirty="0"/>
          </a:p>
        </p:txBody>
      </p:sp>
    </p:spTree>
    <p:extLst>
      <p:ext uri="{BB962C8B-B14F-4D97-AF65-F5344CB8AC3E}">
        <p14:creationId xmlns:p14="http://schemas.microsoft.com/office/powerpoint/2010/main" val="2135673684"/>
      </p:ext>
    </p:extLst>
  </p:cSld>
  <p:clrMapOvr>
    <a:masterClrMapping/>
  </p:clrMapOvr>
</p:sld>
</file>

<file path=ppt/theme/theme1.xml><?xml version="1.0" encoding="utf-8"?>
<a:theme xmlns:a="http://schemas.openxmlformats.org/drawingml/2006/main" name="Office Theme">
  <a:themeElements>
    <a:clrScheme name="Custom 82">
      <a:dk1>
        <a:sysClr val="windowText" lastClr="000000"/>
      </a:dk1>
      <a:lt1>
        <a:sysClr val="window" lastClr="FFFFFF"/>
      </a:lt1>
      <a:dk2>
        <a:srgbClr val="0A4054"/>
      </a:dk2>
      <a:lt2>
        <a:srgbClr val="E7E6E6"/>
      </a:lt2>
      <a:accent1>
        <a:srgbClr val="66B2B0"/>
      </a:accent1>
      <a:accent2>
        <a:srgbClr val="F2494C"/>
      </a:accent2>
      <a:accent3>
        <a:srgbClr val="F39891"/>
      </a:accent3>
      <a:accent4>
        <a:srgbClr val="F9AA19"/>
      </a:accent4>
      <a:accent5>
        <a:srgbClr val="F9C996"/>
      </a:accent5>
      <a:accent6>
        <a:srgbClr val="9FD1D0"/>
      </a:accent6>
      <a:hlink>
        <a:srgbClr val="0563C1"/>
      </a:hlink>
      <a:folHlink>
        <a:srgbClr val="954F72"/>
      </a:folHlink>
    </a:clrScheme>
    <a:fontScheme name="Custom 117">
      <a:majorFont>
        <a:latin typeface="Posterama"/>
        <a:ea typeface=""/>
        <a:cs typeface=""/>
      </a:majorFont>
      <a:minorFont>
        <a:latin typeface="Avenir Next LT Pr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Architecture pitch deck" id="{91065DBE-5BFE-48A8-88E3-00BE4E05E4F1}" vid="{764D0EE5-1C2F-4307-AB39-AA19F2A69737}"/>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Image xmlns="71af3243-3dd4-4a8d-8c0d-dd76da1f02a5">
      <Url xsi:nil="true"/>
      <Description xsi:nil="true"/>
    </Image>
    <Status xmlns="71af3243-3dd4-4a8d-8c0d-dd76da1f02a5">Not started</Status>
    <_ip_UnifiedCompliancePolicyProperties xmlns="http://schemas.microsoft.com/sharepoint/v3" xsi:nil="true"/>
    <ImageTagsTaxHTField xmlns="71af3243-3dd4-4a8d-8c0d-dd76da1f02a5">
      <Terms xmlns="http://schemas.microsoft.com/office/infopath/2007/PartnerControls"/>
    </ImageTagsTaxHTField>
    <TaxCatchAll xmlns="230e9df3-be65-4c73-a93b-d1236ebd677e" xsi:nil="true"/>
    <MediaServiceKeyPoints xmlns="71af3243-3dd4-4a8d-8c0d-dd76da1f02a5" xsi:nil="true"/>
    <Background xmlns="71af3243-3dd4-4a8d-8c0d-dd76da1f02a5">false</Background>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79F111ED35F8CC479449609E8A0923A6" ma:contentTypeVersion="28" ma:contentTypeDescription="Create a new document." ma:contentTypeScope="" ma:versionID="60f5a4f2d2b0abadcf532d48ebf9cb71">
  <xsd:schema xmlns:xsd="http://www.w3.org/2001/XMLSchema" xmlns:xs="http://www.w3.org/2001/XMLSchema" xmlns:p="http://schemas.microsoft.com/office/2006/metadata/properties" xmlns:ns1="http://schemas.microsoft.com/sharepoint/v3" xmlns:ns2="71af3243-3dd4-4a8d-8c0d-dd76da1f02a5" xmlns:ns3="16c05727-aa75-4e4a-9b5f-8a80a1165891" xmlns:ns4="230e9df3-be65-4c73-a93b-d1236ebd677e" targetNamespace="http://schemas.microsoft.com/office/2006/metadata/properties" ma:root="true" ma:fieldsID="7dd78129e6a1811f84807ad11c651531" ns1:_="" ns2:_="" ns3:_="" ns4:_="">
    <xsd:import namespace="http://schemas.microsoft.com/sharepoint/v3"/>
    <xsd:import namespace="71af3243-3dd4-4a8d-8c0d-dd76da1f02a5"/>
    <xsd:import namespace="16c05727-aa75-4e4a-9b5f-8a80a1165891"/>
    <xsd:import namespace="230e9df3-be65-4c73-a93b-d1236ebd677e"/>
    <xsd:element name="properties">
      <xsd:complexType>
        <xsd:sequence>
          <xsd:element name="documentManagement">
            <xsd:complexType>
              <xsd:all>
                <xsd:element ref="ns2:Status" minOccurs="0"/>
                <xsd:element ref="ns2:Image" minOccurs="0"/>
                <xsd:element ref="ns2:MediaServiceMetadata" minOccurs="0"/>
                <xsd:element ref="ns2:MediaServiceFastMetadata" minOccurs="0"/>
                <xsd:element ref="ns2:MediaServiceOCR" minOccurs="0"/>
                <xsd:element ref="ns2:MediaServiceAutoTags" minOccurs="0"/>
                <xsd:element ref="ns2:MediaServiceEventHashCode" minOccurs="0"/>
                <xsd:element ref="ns2:MediaServiceGenerationTime" minOccurs="0"/>
                <xsd:element ref="ns3:SharedWithUsers" minOccurs="0"/>
                <xsd:element ref="ns3:SharedWithDetails" minOccurs="0"/>
                <xsd:element ref="ns2:MediaServiceAutoKeyPoints" minOccurs="0"/>
                <xsd:element ref="ns2:MediaServiceKeyPoints" minOccurs="0"/>
                <xsd:element ref="ns2:MediaServiceDateTaken" minOccurs="0"/>
                <xsd:element ref="ns1:_ip_UnifiedCompliancePolicyProperties" minOccurs="0"/>
                <xsd:element ref="ns1:_ip_UnifiedCompliancePolicyUIAction" minOccurs="0"/>
                <xsd:element ref="ns4:TaxCatchAll" minOccurs="0"/>
                <xsd:element ref="ns2:ImageTagsTaxHTField" minOccurs="0"/>
                <xsd:element ref="ns2:MediaServiceLocation" minOccurs="0"/>
                <xsd:element ref="ns2:MediaLengthInSeconds" minOccurs="0"/>
                <xsd:element ref="ns2:Background" minOccurs="0"/>
                <xsd:element ref="ns2:MediaServiceSearchProperties" minOccurs="0"/>
                <xsd:element ref="ns2:MediaServiceDocTags" minOccurs="0"/>
                <xsd:element ref="ns2:MediaServiceObjectDetectorVersions" minOccurs="0"/>
                <xsd:element ref="ns2:MediaServiceSystemTag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0" nillable="true" ma:displayName="Unified Compliance Policy Properties" ma:hidden="true" ma:internalName="_ip_UnifiedCompliancePolicyProperties" ma:readOnly="false">
      <xsd:simpleType>
        <xsd:restriction base="dms:Note"/>
      </xsd:simpleType>
    </xsd:element>
    <xsd:element name="_ip_UnifiedCompliancePolicyUIAction" ma:index="21" nillable="true" ma:displayName="Unified Compliance Policy UI Action" ma:hidden="true" ma:internalName="_ip_UnifiedCompliancePolicyUIAction" ma:readOnly="fals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71af3243-3dd4-4a8d-8c0d-dd76da1f02a5" elementFormDefault="qualified">
    <xsd:import namespace="http://schemas.microsoft.com/office/2006/documentManagement/types"/>
    <xsd:import namespace="http://schemas.microsoft.com/office/infopath/2007/PartnerControls"/>
    <xsd:element name="Status" ma:index="2" nillable="true" ma:displayName="Status" ma:default="Not started" ma:format="Dropdown" ma:internalName="Status" ma:readOnly="false">
      <xsd:simpleType>
        <xsd:restriction base="dms:Choice">
          <xsd:enumeration value="Not started"/>
          <xsd:enumeration value="In Progress"/>
          <xsd:enumeration value="Completed"/>
        </xsd:restriction>
      </xsd:simpleType>
    </xsd:element>
    <xsd:element name="Image" ma:index="3" nillable="true" ma:displayName="Image" ma:format="Image" ma:internalName="Image" ma:readOnly="false">
      <xsd:complexType>
        <xsd:complexContent>
          <xsd:extension base="dms:URL">
            <xsd:sequence>
              <xsd:element name="Url" type="dms:ValidUrl" minOccurs="0" nillable="true"/>
              <xsd:element name="Description" type="xsd:string" nillable="true"/>
            </xsd:sequence>
          </xsd:extension>
        </xsd:complexContent>
      </xsd:complexType>
    </xsd:element>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hidden="true" ma:internalName="MediaServiceOCR" ma:readOnly="true">
      <xsd:simpleType>
        <xsd:restriction base="dms:Note"/>
      </xsd:simpleType>
    </xsd:element>
    <xsd:element name="MediaServiceAutoTags" ma:index="11" nillable="true" ma:displayName="MediaServiceAutoTags" ma:hidden="true" ma:internalName="MediaServiceAutoTags"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hidden="true" ma:internalName="MediaServiceKeyPoints" ma:readOnly="false">
      <xsd:simpleType>
        <xsd:restriction base="dms:Note"/>
      </xsd:simpleType>
    </xsd:element>
    <xsd:element name="MediaServiceDateTaken" ma:index="18" nillable="true" ma:displayName="MediaServiceDateTaken" ma:hidden="true" ma:internalName="MediaServiceDateTaken" ma:readOnly="true">
      <xsd:simpleType>
        <xsd:restriction base="dms:Text"/>
      </xsd:simpleType>
    </xsd:element>
    <xsd:element name="ImageTagsTaxHTField" ma:index="25" nillable="true" ma:taxonomy="true" ma:internalName="ImageTagsTaxHTField" ma:taxonomyFieldName="MediaServiceImageTags" ma:displayName="Image Tags" ma:readOnly="false" ma:fieldId="{5cf76f15-5ced-4ddc-b409-7134ff3c332f}" ma:taxonomyMulti="true" ma:sspId="e385fb40-52d4-4fae-9c5b-3e8ff8a5878e" ma:termSetId="09814cd3-568e-fe90-9814-8d621ff8fb84" ma:anchorId="fba54fb3-c3e1-fe81-a776-ca4b69148c4d" ma:open="true" ma:isKeyword="false">
      <xsd:complexType>
        <xsd:sequence>
          <xsd:element ref="pc:Terms" minOccurs="0" maxOccurs="1"/>
        </xsd:sequence>
      </xsd:complexType>
    </xsd:element>
    <xsd:element name="MediaServiceLocation" ma:index="26" nillable="true" ma:displayName="Location" ma:hidden="true" ma:internalName="MediaServiceLocation" ma:readOnly="true">
      <xsd:simpleType>
        <xsd:restriction base="dms:Text"/>
      </xsd:simpleType>
    </xsd:element>
    <xsd:element name="MediaLengthInSeconds" ma:index="27" nillable="true" ma:displayName="MediaLengthInSeconds" ma:hidden="true" ma:internalName="MediaLengthInSeconds" ma:readOnly="true">
      <xsd:simpleType>
        <xsd:restriction base="dms:Unknown"/>
      </xsd:simpleType>
    </xsd:element>
    <xsd:element name="Background" ma:index="28" nillable="true" ma:displayName="Background" ma:default="0" ma:format="Dropdown" ma:internalName="Background">
      <xsd:simpleType>
        <xsd:restriction base="dms:Boolean"/>
      </xsd:simpleType>
    </xsd:element>
    <xsd:element name="MediaServiceSearchProperties" ma:index="29" nillable="true" ma:displayName="MediaServiceSearchProperties" ma:hidden="true" ma:internalName="MediaServiceSearchProperties" ma:readOnly="true">
      <xsd:simpleType>
        <xsd:restriction base="dms:Note"/>
      </xsd:simpleType>
    </xsd:element>
    <xsd:element name="MediaServiceDocTags" ma:index="30" nillable="true" ma:displayName="MediaServiceDocTags" ma:hidden="true" ma:internalName="MediaServiceDocTags" ma:readOnly="true">
      <xsd:simpleType>
        <xsd:restriction base="dms:Note"/>
      </xsd:simpleType>
    </xsd:element>
    <xsd:element name="MediaServiceObjectDetectorVersions" ma:index="31" nillable="true" ma:displayName="MediaServiceObjectDetectorVersions" ma:description="" ma:hidden="true" ma:indexed="true" ma:internalName="MediaServiceObjectDetectorVersions" ma:readOnly="true">
      <xsd:simpleType>
        <xsd:restriction base="dms:Text"/>
      </xsd:simpleType>
    </xsd:element>
    <xsd:element name="MediaServiceSystemTags" ma:index="32" nillable="true" ma:displayName="MediaServiceSystemTags" ma:hidden="true" ma:internalName="MediaServiceSystemTag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16c05727-aa75-4e4a-9b5f-8a80a1165891" elementFormDefault="qualified">
    <xsd:import namespace="http://schemas.microsoft.com/office/2006/documentManagement/types"/>
    <xsd:import namespace="http://schemas.microsoft.com/office/infopath/2007/PartnerControls"/>
    <xsd:element name="SharedWithUsers" ma:index="14" nillable="true" ma:displayName="Shared With" ma:hidden="true"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hidden="true" ma:internalName="SharedWithDetail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230e9df3-be65-4c73-a93b-d1236ebd677e" elementFormDefault="qualified">
    <xsd:import namespace="http://schemas.microsoft.com/office/2006/documentManagement/types"/>
    <xsd:import namespace="http://schemas.microsoft.com/office/infopath/2007/PartnerControls"/>
    <xsd:element name="TaxCatchAll" ma:index="23" nillable="true" ma:displayName="Taxonomy Catch All Column" ma:hidden="true" ma:list="{3f6bfcbc-3db3-4ae6-bd76-326f0798ad28}" ma:internalName="TaxCatchAll" ma:readOnly="false" ma:showField="CatchAllData" ma:web="16c05727-aa75-4e4a-9b5f-8a80a1165891">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displayName="Content Type"/>
        <xsd:element ref="dc:title" minOccurs="0" maxOccurs="1" ma:index="1"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6F64B861-6024-48D7-A751-9C7ADB614CF2}">
  <ds:schemaRefs>
    <ds:schemaRef ds:uri="http://schemas.microsoft.com/office/2006/metadata/properties"/>
    <ds:schemaRef ds:uri="http://schemas.microsoft.com/office/infopath/2007/PartnerControls"/>
    <ds:schemaRef ds:uri="http://schemas.microsoft.com/sharepoint/v3"/>
    <ds:schemaRef ds:uri="71af3243-3dd4-4a8d-8c0d-dd76da1f02a5"/>
    <ds:schemaRef ds:uri="230e9df3-be65-4c73-a93b-d1236ebd677e"/>
  </ds:schemaRefs>
</ds:datastoreItem>
</file>

<file path=customXml/itemProps2.xml><?xml version="1.0" encoding="utf-8"?>
<ds:datastoreItem xmlns:ds="http://schemas.openxmlformats.org/officeDocument/2006/customXml" ds:itemID="{799972D5-0616-492C-93CD-BB1ADFB67788}">
  <ds:schemaRefs>
    <ds:schemaRef ds:uri="http://schemas.microsoft.com/sharepoint/v3/contenttype/forms"/>
  </ds:schemaRefs>
</ds:datastoreItem>
</file>

<file path=customXml/itemProps3.xml><?xml version="1.0" encoding="utf-8"?>
<ds:datastoreItem xmlns:ds="http://schemas.openxmlformats.org/officeDocument/2006/customXml" ds:itemID="{01299F1D-9457-4AA5-87D1-B9A9C19F301F}">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71af3243-3dd4-4a8d-8c0d-dd76da1f02a5"/>
    <ds:schemaRef ds:uri="16c05727-aa75-4e4a-9b5f-8a80a1165891"/>
    <ds:schemaRef ds:uri="230e9df3-be65-4c73-a93b-d1236ebd677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file>

<file path=docProps/app.xml><?xml version="1.0" encoding="utf-8"?>
<Properties xmlns="http://schemas.openxmlformats.org/officeDocument/2006/extended-properties" xmlns:vt="http://schemas.openxmlformats.org/officeDocument/2006/docPropsVTypes">
  <Template>{4CCE934B-3DFB-4CD3-9F3F-BBE2E99FEAA5}tf16411248_win32</Template>
  <TotalTime>52</TotalTime>
  <Words>901</Words>
  <Application>Microsoft Office PowerPoint</Application>
  <PresentationFormat>Widescreen</PresentationFormat>
  <Paragraphs>80</Paragraphs>
  <Slides>10</Slides>
  <Notes>3</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10</vt:i4>
      </vt:variant>
    </vt:vector>
  </HeadingPairs>
  <TitlesOfParts>
    <vt:vector size="15" baseType="lpstr">
      <vt:lpstr>Arial</vt:lpstr>
      <vt:lpstr>Avenir Next LT Pro Light</vt:lpstr>
      <vt:lpstr>Calibri</vt:lpstr>
      <vt:lpstr>Posterama</vt:lpstr>
      <vt:lpstr>Office Theme</vt:lpstr>
      <vt:lpstr>Encryption for your Data &amp; Devices</vt:lpstr>
      <vt:lpstr>ABOUT Encryption</vt:lpstr>
      <vt:lpstr>Importance of Encryption</vt:lpstr>
      <vt:lpstr>Encryption Through Software</vt:lpstr>
      <vt:lpstr>Full Disk Encryption</vt:lpstr>
      <vt:lpstr>Self-Encrypting Disks</vt:lpstr>
      <vt:lpstr>Hardware Security Module</vt:lpstr>
      <vt:lpstr>Trusted Platform Module</vt:lpstr>
      <vt:lpstr>What this means for you</vt:lpstr>
      <vt:lpstr>References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Encryption for your devices  &amp; data</dc:title>
  <dc:creator>Andre Hardy</dc:creator>
  <cp:lastModifiedBy>Andre Hardy</cp:lastModifiedBy>
  <cp:revision>2</cp:revision>
  <dcterms:created xsi:type="dcterms:W3CDTF">2023-11-19T20:43:07Z</dcterms:created>
  <dcterms:modified xsi:type="dcterms:W3CDTF">2023-11-20T23:12:08Z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0x01010079F111ED35F8CC479449609E8A0923A6</vt:lpwstr>
  </property>
  <property fmtid="{D5CDD505-2E9C-101B-9397-08002B2CF9AE}" pid="3" name="MediaServiceImageTags">
    <vt:lpwstr/>
  </property>
</Properties>
</file>