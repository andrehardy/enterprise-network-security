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88825"/>
  <p:notesSz cx="6858000" cy="9144000"/>
  <p:embeddedFontLst>
    <p:embeddedFont>
      <p:font typeface="Corbel"/>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39">
          <p15:clr>
            <a:srgbClr val="A4A3A4"/>
          </p15:clr>
        </p15:guide>
        <p15:guide id="2" orient="horz" pos="2160">
          <p15:clr>
            <a:srgbClr val="A4A3A4"/>
          </p15:clr>
        </p15:guide>
      </p15:sldGuideLst>
    </p:ext>
    <p:ext uri="GoogleSlidesCustomDataVersion2">
      <go:slidesCustomData xmlns:go="http://customooxmlschemas.google.com/" r:id="rId19" roundtripDataSignature="AMtx7mjfH4J8z85lZwvy5abgVJOiW4V+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39"/>
        <p:guide pos="21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Corbel-regular.fntdata"/><Relationship Id="rId14" Type="http://schemas.openxmlformats.org/officeDocument/2006/relationships/slide" Target="slides/slide9.xml"/><Relationship Id="rId17" Type="http://schemas.openxmlformats.org/officeDocument/2006/relationships/font" Target="fonts/Corbel-italic.fntdata"/><Relationship Id="rId16" Type="http://schemas.openxmlformats.org/officeDocument/2006/relationships/font" Target="fonts/Corbel-bold.fntdata"/><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Corbel-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1pPr>
            <a:lvl2pPr indent="-228600" lvl="1" marL="9144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2pPr>
            <a:lvl3pPr indent="-228600" lvl="2" marL="13716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3pPr>
            <a:lvl4pPr indent="-228600" lvl="3" marL="18288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4pPr>
            <a:lvl5pPr indent="-228600" lvl="4" marL="22860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5pPr>
            <a:lvl6pPr indent="-228600" lvl="5" marL="27432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6pPr>
            <a:lvl7pPr indent="-228600" lvl="6" marL="32004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7pPr>
            <a:lvl8pPr indent="-228600" lvl="7" marL="36576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8pPr>
            <a:lvl9pPr indent="-228600" lvl="8" marL="411480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orbel"/>
                <a:ea typeface="Corbel"/>
                <a:cs typeface="Corbel"/>
                <a:sym typeface="Corbel"/>
              </a:rPr>
              <a:t>‹#›</a:t>
            </a:fld>
            <a:endParaRPr b="0" i="0" sz="1200" u="none" cap="none" strike="noStrike">
              <a:solidFill>
                <a:schemeClr val="dk1"/>
              </a:solidFill>
              <a:latin typeface="Corbel"/>
              <a:ea typeface="Corbel"/>
              <a:cs typeface="Corbel"/>
              <a:sym typeface="Corbe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11"/>
          <p:cNvSpPr txBox="1"/>
          <p:nvPr>
            <p:ph type="ctrTitle"/>
          </p:nvPr>
        </p:nvSpPr>
        <p:spPr>
          <a:xfrm>
            <a:off x="1065214" y="1828800"/>
            <a:ext cx="8229600" cy="2895600"/>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lt1"/>
              </a:buClr>
              <a:buSzPts val="6600"/>
              <a:buFont typeface="Corbel"/>
              <a:buNone/>
              <a:defRPr sz="6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065213" y="4800600"/>
            <a:ext cx="8229600" cy="1219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2000"/>
              <a:buNone/>
              <a:defRPr sz="2000" cap="none">
                <a:solidFill>
                  <a:schemeClr val="accent1"/>
                </a:solidFill>
              </a:defRPr>
            </a:lvl1pPr>
            <a:lvl2pPr lvl="1" algn="ctr">
              <a:lnSpc>
                <a:spcPct val="90000"/>
              </a:lnSpc>
              <a:spcBef>
                <a:spcPts val="1200"/>
              </a:spcBef>
              <a:spcAft>
                <a:spcPts val="0"/>
              </a:spcAft>
              <a:buSzPts val="2000"/>
              <a:buNone/>
              <a:defRPr>
                <a:solidFill>
                  <a:schemeClr val="lt1"/>
                </a:solidFill>
              </a:defRPr>
            </a:lvl2pPr>
            <a:lvl3pPr lvl="2" algn="ctr">
              <a:lnSpc>
                <a:spcPct val="90000"/>
              </a:lnSpc>
              <a:spcBef>
                <a:spcPts val="600"/>
              </a:spcBef>
              <a:spcAft>
                <a:spcPts val="0"/>
              </a:spcAft>
              <a:buSzPts val="1800"/>
              <a:buNone/>
              <a:defRPr>
                <a:solidFill>
                  <a:schemeClr val="lt1"/>
                </a:solidFill>
              </a:defRPr>
            </a:lvl3pPr>
            <a:lvl4pPr lvl="3" algn="ctr">
              <a:lnSpc>
                <a:spcPct val="90000"/>
              </a:lnSpc>
              <a:spcBef>
                <a:spcPts val="600"/>
              </a:spcBef>
              <a:spcAft>
                <a:spcPts val="0"/>
              </a:spcAft>
              <a:buSzPts val="1600"/>
              <a:buNone/>
              <a:defRPr>
                <a:solidFill>
                  <a:schemeClr val="lt1"/>
                </a:solidFill>
              </a:defRPr>
            </a:lvl4pPr>
            <a:lvl5pPr lvl="4" algn="ctr">
              <a:lnSpc>
                <a:spcPct val="90000"/>
              </a:lnSpc>
              <a:spcBef>
                <a:spcPts val="600"/>
              </a:spcBef>
              <a:spcAft>
                <a:spcPts val="0"/>
              </a:spcAft>
              <a:buSzPts val="1600"/>
              <a:buNone/>
              <a:defRPr>
                <a:solidFill>
                  <a:schemeClr val="lt1"/>
                </a:solidFill>
              </a:defRPr>
            </a:lvl5pPr>
            <a:lvl6pPr lvl="5" algn="ctr">
              <a:spcBef>
                <a:spcPts val="600"/>
              </a:spcBef>
              <a:spcAft>
                <a:spcPts val="0"/>
              </a:spcAft>
              <a:buSzPts val="1600"/>
              <a:buNone/>
              <a:defRPr>
                <a:solidFill>
                  <a:schemeClr val="lt1"/>
                </a:solidFill>
              </a:defRPr>
            </a:lvl6pPr>
            <a:lvl7pPr lvl="6" algn="ctr">
              <a:spcBef>
                <a:spcPts val="600"/>
              </a:spcBef>
              <a:spcAft>
                <a:spcPts val="0"/>
              </a:spcAft>
              <a:buSzPts val="1600"/>
              <a:buNone/>
              <a:defRPr>
                <a:solidFill>
                  <a:schemeClr val="lt1"/>
                </a:solidFill>
              </a:defRPr>
            </a:lvl7pPr>
            <a:lvl8pPr lvl="7" algn="ctr">
              <a:spcBef>
                <a:spcPts val="600"/>
              </a:spcBef>
              <a:spcAft>
                <a:spcPts val="0"/>
              </a:spcAft>
              <a:buSzPts val="1600"/>
              <a:buNone/>
              <a:defRPr>
                <a:solidFill>
                  <a:schemeClr val="lt1"/>
                </a:solidFill>
              </a:defRPr>
            </a:lvl8pPr>
            <a:lvl9pPr lvl="8" algn="ctr">
              <a:spcBef>
                <a:spcPts val="600"/>
              </a:spcBef>
              <a:spcAft>
                <a:spcPts val="0"/>
              </a:spcAft>
              <a:buSzPts val="1600"/>
              <a:buNone/>
              <a:defRPr>
                <a:solidFill>
                  <a:schemeClr val="lt1"/>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12"/>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2"/>
          <p:cNvSpPr txBox="1"/>
          <p:nvPr>
            <p:ph idx="1" type="body"/>
          </p:nvPr>
        </p:nvSpPr>
        <p:spPr>
          <a:xfrm>
            <a:off x="1522413" y="1904999"/>
            <a:ext cx="9134391" cy="41148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30200" lvl="4" marL="2286000" algn="l">
              <a:lnSpc>
                <a:spcPct val="90000"/>
              </a:lnSpc>
              <a:spcBef>
                <a:spcPts val="600"/>
              </a:spcBef>
              <a:spcAft>
                <a:spcPts val="0"/>
              </a:spcAft>
              <a:buSzPts val="1600"/>
              <a:buChar char="•"/>
              <a:defRPr/>
            </a:lvl5pPr>
            <a:lvl6pPr indent="-330200" lvl="5" marL="2743200" algn="l">
              <a:spcBef>
                <a:spcPts val="600"/>
              </a:spcBef>
              <a:spcAft>
                <a:spcPts val="0"/>
              </a:spcAft>
              <a:buSzPts val="16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21" name="Google Shape;21;p12"/>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2"/>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2"/>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13"/>
          <p:cNvSpPr txBox="1"/>
          <p:nvPr>
            <p:ph type="title"/>
          </p:nvPr>
        </p:nvSpPr>
        <p:spPr>
          <a:xfrm>
            <a:off x="1059614" y="2514600"/>
            <a:ext cx="8692399" cy="2819400"/>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lt1"/>
              </a:buClr>
              <a:buSzPts val="4800"/>
              <a:buFont typeface="Corbe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3"/>
          <p:cNvSpPr txBox="1"/>
          <p:nvPr>
            <p:ph idx="1" type="body"/>
          </p:nvPr>
        </p:nvSpPr>
        <p:spPr>
          <a:xfrm>
            <a:off x="1065213" y="5410200"/>
            <a:ext cx="8687333" cy="6096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2000"/>
              <a:buNone/>
              <a:defRPr sz="2000" cap="none">
                <a:solidFill>
                  <a:schemeClr val="accent1"/>
                </a:solidFill>
              </a:defRPr>
            </a:lvl1pPr>
            <a:lvl2pPr indent="-228600" lvl="1" marL="914400" algn="l">
              <a:lnSpc>
                <a:spcPct val="90000"/>
              </a:lnSpc>
              <a:spcBef>
                <a:spcPts val="1200"/>
              </a:spcBef>
              <a:spcAft>
                <a:spcPts val="0"/>
              </a:spcAft>
              <a:buSzPts val="1800"/>
              <a:buNone/>
              <a:defRPr sz="1800">
                <a:solidFill>
                  <a:schemeClr val="lt1"/>
                </a:solidFill>
              </a:defRPr>
            </a:lvl2pPr>
            <a:lvl3pPr indent="-228600" lvl="2" marL="1371600" algn="l">
              <a:lnSpc>
                <a:spcPct val="90000"/>
              </a:lnSpc>
              <a:spcBef>
                <a:spcPts val="600"/>
              </a:spcBef>
              <a:spcAft>
                <a:spcPts val="0"/>
              </a:spcAft>
              <a:buSzPts val="1600"/>
              <a:buNone/>
              <a:defRPr sz="1600">
                <a:solidFill>
                  <a:schemeClr val="lt1"/>
                </a:solidFill>
              </a:defRPr>
            </a:lvl3pPr>
            <a:lvl4pPr indent="-228600" lvl="3" marL="1828800" algn="l">
              <a:lnSpc>
                <a:spcPct val="90000"/>
              </a:lnSpc>
              <a:spcBef>
                <a:spcPts val="600"/>
              </a:spcBef>
              <a:spcAft>
                <a:spcPts val="0"/>
              </a:spcAft>
              <a:buSzPts val="1400"/>
              <a:buNone/>
              <a:defRPr sz="1400">
                <a:solidFill>
                  <a:schemeClr val="lt1"/>
                </a:solidFill>
              </a:defRPr>
            </a:lvl4pPr>
            <a:lvl5pPr indent="-228600" lvl="4" marL="2286000" algn="l">
              <a:lnSpc>
                <a:spcPct val="90000"/>
              </a:lnSpc>
              <a:spcBef>
                <a:spcPts val="600"/>
              </a:spcBef>
              <a:spcAft>
                <a:spcPts val="0"/>
              </a:spcAft>
              <a:buSzPts val="1400"/>
              <a:buNone/>
              <a:defRPr sz="1400">
                <a:solidFill>
                  <a:schemeClr val="lt1"/>
                </a:solidFill>
              </a:defRPr>
            </a:lvl5pPr>
            <a:lvl6pPr indent="-228600" lvl="5" marL="2743200" algn="l">
              <a:spcBef>
                <a:spcPts val="600"/>
              </a:spcBef>
              <a:spcAft>
                <a:spcPts val="0"/>
              </a:spcAft>
              <a:buSzPts val="1400"/>
              <a:buNone/>
              <a:defRPr sz="1400">
                <a:solidFill>
                  <a:schemeClr val="lt1"/>
                </a:solidFill>
              </a:defRPr>
            </a:lvl6pPr>
            <a:lvl7pPr indent="-228600" lvl="6" marL="3200400" algn="l">
              <a:spcBef>
                <a:spcPts val="600"/>
              </a:spcBef>
              <a:spcAft>
                <a:spcPts val="0"/>
              </a:spcAft>
              <a:buSzPts val="1400"/>
              <a:buNone/>
              <a:defRPr sz="1400">
                <a:solidFill>
                  <a:schemeClr val="lt1"/>
                </a:solidFill>
              </a:defRPr>
            </a:lvl7pPr>
            <a:lvl8pPr indent="-228600" lvl="7" marL="3657600" algn="l">
              <a:spcBef>
                <a:spcPts val="600"/>
              </a:spcBef>
              <a:spcAft>
                <a:spcPts val="0"/>
              </a:spcAft>
              <a:buSzPts val="1400"/>
              <a:buNone/>
              <a:defRPr sz="1400">
                <a:solidFill>
                  <a:schemeClr val="lt1"/>
                </a:solidFill>
              </a:defRPr>
            </a:lvl8pPr>
            <a:lvl9pPr indent="-228600" lvl="8" marL="4114800" algn="l">
              <a:spcBef>
                <a:spcPts val="600"/>
              </a:spcBef>
              <a:spcAft>
                <a:spcPts val="0"/>
              </a:spcAft>
              <a:buSzPts val="1400"/>
              <a:buNone/>
              <a:defRPr sz="1400">
                <a:solidFill>
                  <a:schemeClr val="lt1"/>
                </a:solidFill>
              </a:defRPr>
            </a:lvl9pPr>
          </a:lstStyle>
          <a:p/>
        </p:txBody>
      </p:sp>
      <p:sp>
        <p:nvSpPr>
          <p:cNvPr id="27" name="Google Shape;27;p13"/>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3"/>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3"/>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14"/>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4"/>
          <p:cNvSpPr txBox="1"/>
          <p:nvPr>
            <p:ph idx="1" type="body"/>
          </p:nvPr>
        </p:nvSpPr>
        <p:spPr>
          <a:xfrm>
            <a:off x="1522411" y="1905000"/>
            <a:ext cx="4416552" cy="762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SzPts val="2000"/>
              <a:buNone/>
              <a:defRPr b="0" sz="2000" cap="none">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600"/>
              </a:spcBef>
              <a:spcAft>
                <a:spcPts val="0"/>
              </a:spcAft>
              <a:buSzPts val="1800"/>
              <a:buNone/>
              <a:defRPr b="1" sz="1800"/>
            </a:lvl3pPr>
            <a:lvl4pPr indent="-228600" lvl="3" marL="1828800" algn="l">
              <a:lnSpc>
                <a:spcPct val="90000"/>
              </a:lnSpc>
              <a:spcBef>
                <a:spcPts val="6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spcBef>
                <a:spcPts val="600"/>
              </a:spcBef>
              <a:spcAft>
                <a:spcPts val="0"/>
              </a:spcAft>
              <a:buSzPts val="1600"/>
              <a:buNone/>
              <a:defRPr b="1" sz="1600"/>
            </a:lvl6pPr>
            <a:lvl7pPr indent="-228600" lvl="6" marL="3200400" algn="l">
              <a:spcBef>
                <a:spcPts val="600"/>
              </a:spcBef>
              <a:spcAft>
                <a:spcPts val="0"/>
              </a:spcAft>
              <a:buSzPts val="1600"/>
              <a:buNone/>
              <a:defRPr b="1" sz="1600"/>
            </a:lvl7pPr>
            <a:lvl8pPr indent="-228600" lvl="7" marL="3657600" algn="l">
              <a:spcBef>
                <a:spcPts val="600"/>
              </a:spcBef>
              <a:spcAft>
                <a:spcPts val="0"/>
              </a:spcAft>
              <a:buSzPts val="1600"/>
              <a:buNone/>
              <a:defRPr b="1" sz="1600"/>
            </a:lvl8pPr>
            <a:lvl9pPr indent="-228600" lvl="8" marL="4114800" algn="l">
              <a:spcBef>
                <a:spcPts val="600"/>
              </a:spcBef>
              <a:spcAft>
                <a:spcPts val="0"/>
              </a:spcAft>
              <a:buSzPts val="1600"/>
              <a:buNone/>
              <a:defRPr b="1" sz="1600"/>
            </a:lvl9pPr>
          </a:lstStyle>
          <a:p/>
        </p:txBody>
      </p:sp>
      <p:sp>
        <p:nvSpPr>
          <p:cNvPr id="33" name="Google Shape;33;p14"/>
          <p:cNvSpPr txBox="1"/>
          <p:nvPr>
            <p:ph idx="2" type="body"/>
          </p:nvPr>
        </p:nvSpPr>
        <p:spPr>
          <a:xfrm>
            <a:off x="1522411" y="2743201"/>
            <a:ext cx="4416552" cy="32766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SzPts val="2400"/>
              <a:buChar char="•"/>
              <a:defRPr sz="2400"/>
            </a:lvl1pPr>
            <a:lvl2pPr indent="-355600" lvl="1" marL="914400" algn="l">
              <a:lnSpc>
                <a:spcPct val="90000"/>
              </a:lnSpc>
              <a:spcBef>
                <a:spcPts val="1200"/>
              </a:spcBef>
              <a:spcAft>
                <a:spcPts val="0"/>
              </a:spcAft>
              <a:buSzPts val="2000"/>
              <a:buChar char="•"/>
              <a:defRPr sz="2000"/>
            </a:lvl2pPr>
            <a:lvl3pPr indent="-342900" lvl="2" marL="1371600" algn="l">
              <a:lnSpc>
                <a:spcPct val="90000"/>
              </a:lnSpc>
              <a:spcBef>
                <a:spcPts val="600"/>
              </a:spcBef>
              <a:spcAft>
                <a:spcPts val="0"/>
              </a:spcAft>
              <a:buSzPts val="1800"/>
              <a:buChar char="•"/>
              <a:defRPr sz="1800"/>
            </a:lvl3pPr>
            <a:lvl4pPr indent="-330200" lvl="3" marL="1828800" algn="l">
              <a:lnSpc>
                <a:spcPct val="90000"/>
              </a:lnSpc>
              <a:spcBef>
                <a:spcPts val="600"/>
              </a:spcBef>
              <a:spcAft>
                <a:spcPts val="0"/>
              </a:spcAft>
              <a:buSzPts val="1600"/>
              <a:buChar char="•"/>
              <a:defRPr sz="1600"/>
            </a:lvl4pPr>
            <a:lvl5pPr indent="-330200" lvl="4" marL="2286000" algn="l">
              <a:lnSpc>
                <a:spcPct val="90000"/>
              </a:lnSpc>
              <a:spcBef>
                <a:spcPts val="600"/>
              </a:spcBef>
              <a:spcAft>
                <a:spcPts val="0"/>
              </a:spcAft>
              <a:buSzPts val="1600"/>
              <a:buChar char="•"/>
              <a:defRPr sz="1600"/>
            </a:lvl5pPr>
            <a:lvl6pPr indent="-330200" lvl="5" marL="2743200" algn="l">
              <a:spcBef>
                <a:spcPts val="600"/>
              </a:spcBef>
              <a:spcAft>
                <a:spcPts val="0"/>
              </a:spcAft>
              <a:buSzPts val="1600"/>
              <a:buChar char="•"/>
              <a:defRPr sz="1600"/>
            </a:lvl6pPr>
            <a:lvl7pPr indent="-330200" lvl="6" marL="3200400" algn="l">
              <a:spcBef>
                <a:spcPts val="600"/>
              </a:spcBef>
              <a:spcAft>
                <a:spcPts val="0"/>
              </a:spcAft>
              <a:buSzPts val="1600"/>
              <a:buChar char="•"/>
              <a:defRPr sz="1600"/>
            </a:lvl7pPr>
            <a:lvl8pPr indent="-330200" lvl="7" marL="3657600" algn="l">
              <a:spcBef>
                <a:spcPts val="600"/>
              </a:spcBef>
              <a:spcAft>
                <a:spcPts val="0"/>
              </a:spcAft>
              <a:buSzPts val="1600"/>
              <a:buChar char="•"/>
              <a:defRPr sz="1600"/>
            </a:lvl8pPr>
            <a:lvl9pPr indent="-330200" lvl="8" marL="4114800" algn="l">
              <a:spcBef>
                <a:spcPts val="600"/>
              </a:spcBef>
              <a:spcAft>
                <a:spcPts val="0"/>
              </a:spcAft>
              <a:buSzPts val="1600"/>
              <a:buChar char="•"/>
              <a:defRPr sz="1600"/>
            </a:lvl9pPr>
          </a:lstStyle>
          <a:p/>
        </p:txBody>
      </p:sp>
      <p:sp>
        <p:nvSpPr>
          <p:cNvPr id="34" name="Google Shape;34;p14"/>
          <p:cNvSpPr txBox="1"/>
          <p:nvPr>
            <p:ph idx="3" type="body"/>
          </p:nvPr>
        </p:nvSpPr>
        <p:spPr>
          <a:xfrm>
            <a:off x="6249861" y="1905000"/>
            <a:ext cx="4416552" cy="762000"/>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0"/>
              </a:spcBef>
              <a:spcAft>
                <a:spcPts val="0"/>
              </a:spcAft>
              <a:buSzPts val="2000"/>
              <a:buNone/>
              <a:defRPr b="0" sz="2000" cap="none">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600"/>
              </a:spcBef>
              <a:spcAft>
                <a:spcPts val="0"/>
              </a:spcAft>
              <a:buSzPts val="1800"/>
              <a:buNone/>
              <a:defRPr b="1" sz="1800"/>
            </a:lvl3pPr>
            <a:lvl4pPr indent="-228600" lvl="3" marL="1828800" algn="l">
              <a:lnSpc>
                <a:spcPct val="90000"/>
              </a:lnSpc>
              <a:spcBef>
                <a:spcPts val="6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spcBef>
                <a:spcPts val="600"/>
              </a:spcBef>
              <a:spcAft>
                <a:spcPts val="0"/>
              </a:spcAft>
              <a:buSzPts val="1600"/>
              <a:buNone/>
              <a:defRPr b="1" sz="1600"/>
            </a:lvl6pPr>
            <a:lvl7pPr indent="-228600" lvl="6" marL="3200400" algn="l">
              <a:spcBef>
                <a:spcPts val="600"/>
              </a:spcBef>
              <a:spcAft>
                <a:spcPts val="0"/>
              </a:spcAft>
              <a:buSzPts val="1600"/>
              <a:buNone/>
              <a:defRPr b="1" sz="1600"/>
            </a:lvl7pPr>
            <a:lvl8pPr indent="-228600" lvl="7" marL="3657600" algn="l">
              <a:spcBef>
                <a:spcPts val="600"/>
              </a:spcBef>
              <a:spcAft>
                <a:spcPts val="0"/>
              </a:spcAft>
              <a:buSzPts val="1600"/>
              <a:buNone/>
              <a:defRPr b="1" sz="1600"/>
            </a:lvl8pPr>
            <a:lvl9pPr indent="-228600" lvl="8" marL="4114800" algn="l">
              <a:spcBef>
                <a:spcPts val="600"/>
              </a:spcBef>
              <a:spcAft>
                <a:spcPts val="0"/>
              </a:spcAft>
              <a:buSzPts val="1600"/>
              <a:buNone/>
              <a:defRPr b="1" sz="1600"/>
            </a:lvl9pPr>
          </a:lstStyle>
          <a:p/>
        </p:txBody>
      </p:sp>
      <p:sp>
        <p:nvSpPr>
          <p:cNvPr id="35" name="Google Shape;35;p14"/>
          <p:cNvSpPr txBox="1"/>
          <p:nvPr>
            <p:ph idx="4" type="body"/>
          </p:nvPr>
        </p:nvSpPr>
        <p:spPr>
          <a:xfrm>
            <a:off x="6249861" y="2743201"/>
            <a:ext cx="4416552" cy="32766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SzPts val="2400"/>
              <a:buChar char="•"/>
              <a:defRPr sz="2400"/>
            </a:lvl1pPr>
            <a:lvl2pPr indent="-355600" lvl="1" marL="914400" algn="l">
              <a:lnSpc>
                <a:spcPct val="90000"/>
              </a:lnSpc>
              <a:spcBef>
                <a:spcPts val="1200"/>
              </a:spcBef>
              <a:spcAft>
                <a:spcPts val="0"/>
              </a:spcAft>
              <a:buSzPts val="2000"/>
              <a:buChar char="•"/>
              <a:defRPr sz="2000"/>
            </a:lvl2pPr>
            <a:lvl3pPr indent="-342900" lvl="2" marL="1371600" algn="l">
              <a:lnSpc>
                <a:spcPct val="90000"/>
              </a:lnSpc>
              <a:spcBef>
                <a:spcPts val="600"/>
              </a:spcBef>
              <a:spcAft>
                <a:spcPts val="0"/>
              </a:spcAft>
              <a:buSzPts val="1800"/>
              <a:buChar char="•"/>
              <a:defRPr sz="1800"/>
            </a:lvl3pPr>
            <a:lvl4pPr indent="-330200" lvl="3" marL="1828800" algn="l">
              <a:lnSpc>
                <a:spcPct val="90000"/>
              </a:lnSpc>
              <a:spcBef>
                <a:spcPts val="600"/>
              </a:spcBef>
              <a:spcAft>
                <a:spcPts val="0"/>
              </a:spcAft>
              <a:buSzPts val="1600"/>
              <a:buChar char="•"/>
              <a:defRPr sz="1600"/>
            </a:lvl4pPr>
            <a:lvl5pPr indent="-330200" lvl="4" marL="2286000" algn="l">
              <a:lnSpc>
                <a:spcPct val="90000"/>
              </a:lnSpc>
              <a:spcBef>
                <a:spcPts val="600"/>
              </a:spcBef>
              <a:spcAft>
                <a:spcPts val="0"/>
              </a:spcAft>
              <a:buSzPts val="1600"/>
              <a:buChar char="•"/>
              <a:defRPr sz="1600"/>
            </a:lvl5pPr>
            <a:lvl6pPr indent="-330200" lvl="5" marL="2743200" algn="l">
              <a:spcBef>
                <a:spcPts val="600"/>
              </a:spcBef>
              <a:spcAft>
                <a:spcPts val="0"/>
              </a:spcAft>
              <a:buSzPts val="1600"/>
              <a:buChar char="•"/>
              <a:defRPr sz="1600"/>
            </a:lvl6pPr>
            <a:lvl7pPr indent="-330200" lvl="6" marL="3200400" algn="l">
              <a:spcBef>
                <a:spcPts val="600"/>
              </a:spcBef>
              <a:spcAft>
                <a:spcPts val="0"/>
              </a:spcAft>
              <a:buSzPts val="1600"/>
              <a:buChar char="•"/>
              <a:defRPr sz="1600"/>
            </a:lvl7pPr>
            <a:lvl8pPr indent="-330200" lvl="7" marL="3657600" algn="l">
              <a:spcBef>
                <a:spcPts val="600"/>
              </a:spcBef>
              <a:spcAft>
                <a:spcPts val="0"/>
              </a:spcAft>
              <a:buSzPts val="1600"/>
              <a:buChar char="•"/>
              <a:defRPr sz="1600"/>
            </a:lvl8pPr>
            <a:lvl9pPr indent="-330200" lvl="8" marL="4114800" algn="l">
              <a:spcBef>
                <a:spcPts val="600"/>
              </a:spcBef>
              <a:spcAft>
                <a:spcPts val="0"/>
              </a:spcAft>
              <a:buSzPts val="1600"/>
              <a:buChar char="•"/>
              <a:defRPr sz="1600"/>
            </a:lvl9pPr>
          </a:lstStyle>
          <a:p/>
        </p:txBody>
      </p:sp>
      <p:sp>
        <p:nvSpPr>
          <p:cNvPr id="36" name="Google Shape;36;p14"/>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4"/>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15"/>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5"/>
          <p:cNvSpPr txBox="1"/>
          <p:nvPr>
            <p:ph idx="1" type="body"/>
          </p:nvPr>
        </p:nvSpPr>
        <p:spPr>
          <a:xfrm>
            <a:off x="1504781" y="1905001"/>
            <a:ext cx="4419599" cy="41148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SzPts val="2400"/>
              <a:buChar char="•"/>
              <a:defRPr sz="2400"/>
            </a:lvl1pPr>
            <a:lvl2pPr indent="-355600" lvl="1" marL="914400" algn="l">
              <a:lnSpc>
                <a:spcPct val="90000"/>
              </a:lnSpc>
              <a:spcBef>
                <a:spcPts val="1200"/>
              </a:spcBef>
              <a:spcAft>
                <a:spcPts val="0"/>
              </a:spcAft>
              <a:buSzPts val="2000"/>
              <a:buChar char="•"/>
              <a:defRPr sz="2000"/>
            </a:lvl2pPr>
            <a:lvl3pPr indent="-342900" lvl="2" marL="1371600" algn="l">
              <a:lnSpc>
                <a:spcPct val="90000"/>
              </a:lnSpc>
              <a:spcBef>
                <a:spcPts val="600"/>
              </a:spcBef>
              <a:spcAft>
                <a:spcPts val="0"/>
              </a:spcAft>
              <a:buSzPts val="1800"/>
              <a:buChar char="•"/>
              <a:defRPr sz="1800"/>
            </a:lvl3pPr>
            <a:lvl4pPr indent="-330200" lvl="3" marL="1828800" algn="l">
              <a:lnSpc>
                <a:spcPct val="90000"/>
              </a:lnSpc>
              <a:spcBef>
                <a:spcPts val="600"/>
              </a:spcBef>
              <a:spcAft>
                <a:spcPts val="0"/>
              </a:spcAft>
              <a:buSzPts val="1600"/>
              <a:buChar char="•"/>
              <a:defRPr sz="1600"/>
            </a:lvl4pPr>
            <a:lvl5pPr indent="-330200" lvl="4" marL="2286000" algn="l">
              <a:lnSpc>
                <a:spcPct val="90000"/>
              </a:lnSpc>
              <a:spcBef>
                <a:spcPts val="600"/>
              </a:spcBef>
              <a:spcAft>
                <a:spcPts val="0"/>
              </a:spcAft>
              <a:buSzPts val="1600"/>
              <a:buChar char="•"/>
              <a:defRPr sz="1600"/>
            </a:lvl5pPr>
            <a:lvl6pPr indent="-330200" lvl="5" marL="2743200" algn="l">
              <a:spcBef>
                <a:spcPts val="600"/>
              </a:spcBef>
              <a:spcAft>
                <a:spcPts val="0"/>
              </a:spcAft>
              <a:buSzPts val="1600"/>
              <a:buChar char="•"/>
              <a:defRPr sz="1600"/>
            </a:lvl6pPr>
            <a:lvl7pPr indent="-330200" lvl="6" marL="3200400" algn="l">
              <a:spcBef>
                <a:spcPts val="600"/>
              </a:spcBef>
              <a:spcAft>
                <a:spcPts val="0"/>
              </a:spcAft>
              <a:buSzPts val="1600"/>
              <a:buChar char="•"/>
              <a:defRPr sz="1600"/>
            </a:lvl7pPr>
            <a:lvl8pPr indent="-330200" lvl="7" marL="3657600" algn="l">
              <a:spcBef>
                <a:spcPts val="600"/>
              </a:spcBef>
              <a:spcAft>
                <a:spcPts val="0"/>
              </a:spcAft>
              <a:buSzPts val="1600"/>
              <a:buChar char="•"/>
              <a:defRPr sz="1600"/>
            </a:lvl8pPr>
            <a:lvl9pPr indent="-330200" lvl="8" marL="4114800" algn="l">
              <a:spcBef>
                <a:spcPts val="600"/>
              </a:spcBef>
              <a:spcAft>
                <a:spcPts val="0"/>
              </a:spcAft>
              <a:buSzPts val="1600"/>
              <a:buChar char="•"/>
              <a:defRPr sz="1600"/>
            </a:lvl9pPr>
          </a:lstStyle>
          <a:p/>
        </p:txBody>
      </p:sp>
      <p:sp>
        <p:nvSpPr>
          <p:cNvPr id="42" name="Google Shape;42;p15"/>
          <p:cNvSpPr txBox="1"/>
          <p:nvPr>
            <p:ph idx="2" type="body"/>
          </p:nvPr>
        </p:nvSpPr>
        <p:spPr>
          <a:xfrm>
            <a:off x="6229183" y="1905001"/>
            <a:ext cx="4419600" cy="41148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SzPts val="2400"/>
              <a:buChar char="•"/>
              <a:defRPr sz="2400"/>
            </a:lvl1pPr>
            <a:lvl2pPr indent="-355600" lvl="1" marL="914400" algn="l">
              <a:lnSpc>
                <a:spcPct val="90000"/>
              </a:lnSpc>
              <a:spcBef>
                <a:spcPts val="1200"/>
              </a:spcBef>
              <a:spcAft>
                <a:spcPts val="0"/>
              </a:spcAft>
              <a:buSzPts val="2000"/>
              <a:buChar char="•"/>
              <a:defRPr sz="2000"/>
            </a:lvl2pPr>
            <a:lvl3pPr indent="-342900" lvl="2" marL="1371600" algn="l">
              <a:lnSpc>
                <a:spcPct val="90000"/>
              </a:lnSpc>
              <a:spcBef>
                <a:spcPts val="600"/>
              </a:spcBef>
              <a:spcAft>
                <a:spcPts val="0"/>
              </a:spcAft>
              <a:buSzPts val="1800"/>
              <a:buChar char="•"/>
              <a:defRPr sz="1800"/>
            </a:lvl3pPr>
            <a:lvl4pPr indent="-330200" lvl="3" marL="1828800" algn="l">
              <a:lnSpc>
                <a:spcPct val="90000"/>
              </a:lnSpc>
              <a:spcBef>
                <a:spcPts val="600"/>
              </a:spcBef>
              <a:spcAft>
                <a:spcPts val="0"/>
              </a:spcAft>
              <a:buSzPts val="1600"/>
              <a:buChar char="•"/>
              <a:defRPr sz="1600"/>
            </a:lvl4pPr>
            <a:lvl5pPr indent="-330200" lvl="4" marL="2286000" algn="l">
              <a:lnSpc>
                <a:spcPct val="90000"/>
              </a:lnSpc>
              <a:spcBef>
                <a:spcPts val="600"/>
              </a:spcBef>
              <a:spcAft>
                <a:spcPts val="0"/>
              </a:spcAft>
              <a:buSzPts val="1600"/>
              <a:buChar char="•"/>
              <a:defRPr sz="1600"/>
            </a:lvl5pPr>
            <a:lvl6pPr indent="-330200" lvl="5" marL="2743200" algn="l">
              <a:spcBef>
                <a:spcPts val="600"/>
              </a:spcBef>
              <a:spcAft>
                <a:spcPts val="0"/>
              </a:spcAft>
              <a:buSzPts val="1600"/>
              <a:buChar char="•"/>
              <a:defRPr sz="1600"/>
            </a:lvl6pPr>
            <a:lvl7pPr indent="-330200" lvl="6" marL="3200400" algn="l">
              <a:spcBef>
                <a:spcPts val="600"/>
              </a:spcBef>
              <a:spcAft>
                <a:spcPts val="0"/>
              </a:spcAft>
              <a:buSzPts val="1600"/>
              <a:buChar char="•"/>
              <a:defRPr sz="1600"/>
            </a:lvl7pPr>
            <a:lvl8pPr indent="-330200" lvl="7" marL="3657600" algn="l">
              <a:spcBef>
                <a:spcPts val="600"/>
              </a:spcBef>
              <a:spcAft>
                <a:spcPts val="0"/>
              </a:spcAft>
              <a:buSzPts val="1600"/>
              <a:buChar char="•"/>
              <a:defRPr sz="1600"/>
            </a:lvl8pPr>
            <a:lvl9pPr indent="-330200" lvl="8" marL="4114800" algn="l">
              <a:spcBef>
                <a:spcPts val="600"/>
              </a:spcBef>
              <a:spcAft>
                <a:spcPts val="0"/>
              </a:spcAft>
              <a:buSzPts val="1600"/>
              <a:buChar char="•"/>
              <a:defRPr sz="1600"/>
            </a:lvl9pPr>
          </a:lstStyle>
          <a:p/>
        </p:txBody>
      </p:sp>
      <p:sp>
        <p:nvSpPr>
          <p:cNvPr id="43" name="Google Shape;43;p15"/>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5"/>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5"/>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16"/>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6"/>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6"/>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6"/>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51" name="Shape 51"/>
        <p:cNvGrpSpPr/>
        <p:nvPr/>
      </p:nvGrpSpPr>
      <p:grpSpPr>
        <a:xfrm>
          <a:off x="0" y="0"/>
          <a:ext cx="0" cy="0"/>
          <a:chOff x="0" y="0"/>
          <a:chExt cx="0" cy="0"/>
        </a:xfrm>
      </p:grpSpPr>
      <p:sp>
        <p:nvSpPr>
          <p:cNvPr id="52" name="Google Shape;52;p17"/>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7"/>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18"/>
          <p:cNvSpPr txBox="1"/>
          <p:nvPr>
            <p:ph type="title"/>
          </p:nvPr>
        </p:nvSpPr>
        <p:spPr>
          <a:xfrm>
            <a:off x="1055604" y="1905000"/>
            <a:ext cx="3596607" cy="26670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600"/>
              <a:buFont typeface="Corbel"/>
              <a:buNone/>
              <a:defRPr b="0"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8"/>
          <p:cNvSpPr txBox="1"/>
          <p:nvPr>
            <p:ph idx="1" type="body"/>
          </p:nvPr>
        </p:nvSpPr>
        <p:spPr>
          <a:xfrm>
            <a:off x="1065213" y="4648200"/>
            <a:ext cx="3581399"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800"/>
              <a:buNone/>
              <a:defRPr sz="1800"/>
            </a:lvl1pPr>
            <a:lvl2pPr indent="-228600" lvl="1" marL="914400" algn="l">
              <a:lnSpc>
                <a:spcPct val="90000"/>
              </a:lnSpc>
              <a:spcBef>
                <a:spcPts val="1200"/>
              </a:spcBef>
              <a:spcAft>
                <a:spcPts val="0"/>
              </a:spcAft>
              <a:buSzPts val="1200"/>
              <a:buNone/>
              <a:defRPr sz="1200"/>
            </a:lvl2pPr>
            <a:lvl3pPr indent="-228600" lvl="2" marL="1371600" algn="l">
              <a:lnSpc>
                <a:spcPct val="90000"/>
              </a:lnSpc>
              <a:spcBef>
                <a:spcPts val="600"/>
              </a:spcBef>
              <a:spcAft>
                <a:spcPts val="0"/>
              </a:spcAft>
              <a:buSzPts val="1000"/>
              <a:buNone/>
              <a:defRPr sz="1000"/>
            </a:lvl3pPr>
            <a:lvl4pPr indent="-228600" lvl="3" marL="1828800" algn="l">
              <a:lnSpc>
                <a:spcPct val="90000"/>
              </a:lnSpc>
              <a:spcBef>
                <a:spcPts val="600"/>
              </a:spcBef>
              <a:spcAft>
                <a:spcPts val="0"/>
              </a:spcAft>
              <a:buSzPts val="900"/>
              <a:buNone/>
              <a:defRPr sz="900"/>
            </a:lvl4pPr>
            <a:lvl5pPr indent="-228600" lvl="4" marL="2286000" algn="l">
              <a:lnSpc>
                <a:spcPct val="90000"/>
              </a:lnSpc>
              <a:spcBef>
                <a:spcPts val="600"/>
              </a:spcBef>
              <a:spcAft>
                <a:spcPts val="0"/>
              </a:spcAft>
              <a:buSzPts val="900"/>
              <a:buNone/>
              <a:defRPr sz="900"/>
            </a:lvl5pPr>
            <a:lvl6pPr indent="-228600" lvl="5" marL="2743200" algn="l">
              <a:spcBef>
                <a:spcPts val="600"/>
              </a:spcBef>
              <a:spcAft>
                <a:spcPts val="0"/>
              </a:spcAft>
              <a:buSzPts val="900"/>
              <a:buNone/>
              <a:defRPr sz="900"/>
            </a:lvl6pPr>
            <a:lvl7pPr indent="-228600" lvl="6" marL="3200400" algn="l">
              <a:spcBef>
                <a:spcPts val="600"/>
              </a:spcBef>
              <a:spcAft>
                <a:spcPts val="0"/>
              </a:spcAft>
              <a:buSzPts val="900"/>
              <a:buNone/>
              <a:defRPr sz="900"/>
            </a:lvl7pPr>
            <a:lvl8pPr indent="-228600" lvl="7" marL="3657600" algn="l">
              <a:spcBef>
                <a:spcPts val="600"/>
              </a:spcBef>
              <a:spcAft>
                <a:spcPts val="0"/>
              </a:spcAft>
              <a:buSzPts val="900"/>
              <a:buNone/>
              <a:defRPr sz="900"/>
            </a:lvl8pPr>
            <a:lvl9pPr indent="-228600" lvl="8" marL="4114800" algn="l">
              <a:spcBef>
                <a:spcPts val="600"/>
              </a:spcBef>
              <a:spcAft>
                <a:spcPts val="0"/>
              </a:spcAft>
              <a:buSzPts val="900"/>
              <a:buNone/>
              <a:defRPr sz="900"/>
            </a:lvl9pPr>
          </a:lstStyle>
          <a:p/>
        </p:txBody>
      </p:sp>
      <p:sp>
        <p:nvSpPr>
          <p:cNvPr id="58" name="Google Shape;58;p18"/>
          <p:cNvSpPr txBox="1"/>
          <p:nvPr>
            <p:ph idx="2" type="body"/>
          </p:nvPr>
        </p:nvSpPr>
        <p:spPr>
          <a:xfrm>
            <a:off x="4951414" y="685800"/>
            <a:ext cx="64008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800"/>
              </a:spcBef>
              <a:spcAft>
                <a:spcPts val="0"/>
              </a:spcAft>
              <a:buSzPts val="2400"/>
              <a:buChar char="•"/>
              <a:defRPr sz="2400"/>
            </a:lvl1pPr>
            <a:lvl2pPr indent="-355600" lvl="1" marL="914400" algn="l">
              <a:lnSpc>
                <a:spcPct val="90000"/>
              </a:lnSpc>
              <a:spcBef>
                <a:spcPts val="1200"/>
              </a:spcBef>
              <a:spcAft>
                <a:spcPts val="0"/>
              </a:spcAft>
              <a:buSzPts val="2000"/>
              <a:buChar char="•"/>
              <a:defRPr sz="2000"/>
            </a:lvl2pPr>
            <a:lvl3pPr indent="-342900" lvl="2" marL="1371600" algn="l">
              <a:lnSpc>
                <a:spcPct val="90000"/>
              </a:lnSpc>
              <a:spcBef>
                <a:spcPts val="600"/>
              </a:spcBef>
              <a:spcAft>
                <a:spcPts val="0"/>
              </a:spcAft>
              <a:buSzPts val="1800"/>
              <a:buChar char="•"/>
              <a:defRPr sz="1800"/>
            </a:lvl3pPr>
            <a:lvl4pPr indent="-330200" lvl="3" marL="1828800" algn="l">
              <a:lnSpc>
                <a:spcPct val="90000"/>
              </a:lnSpc>
              <a:spcBef>
                <a:spcPts val="600"/>
              </a:spcBef>
              <a:spcAft>
                <a:spcPts val="0"/>
              </a:spcAft>
              <a:buSzPts val="1600"/>
              <a:buChar char="•"/>
              <a:defRPr sz="1600"/>
            </a:lvl4pPr>
            <a:lvl5pPr indent="-330200" lvl="4" marL="2286000" algn="l">
              <a:lnSpc>
                <a:spcPct val="90000"/>
              </a:lnSpc>
              <a:spcBef>
                <a:spcPts val="600"/>
              </a:spcBef>
              <a:spcAft>
                <a:spcPts val="0"/>
              </a:spcAft>
              <a:buSzPts val="1600"/>
              <a:buChar char="•"/>
              <a:defRPr sz="1600"/>
            </a:lvl5pPr>
            <a:lvl6pPr indent="-330200" lvl="5" marL="2743200" algn="l">
              <a:spcBef>
                <a:spcPts val="600"/>
              </a:spcBef>
              <a:spcAft>
                <a:spcPts val="0"/>
              </a:spcAft>
              <a:buSzPts val="1600"/>
              <a:buChar char="•"/>
              <a:defRPr sz="1600"/>
            </a:lvl6pPr>
            <a:lvl7pPr indent="-330200" lvl="6" marL="3200400" algn="l">
              <a:spcBef>
                <a:spcPts val="600"/>
              </a:spcBef>
              <a:spcAft>
                <a:spcPts val="0"/>
              </a:spcAft>
              <a:buSzPts val="1600"/>
              <a:buChar char="•"/>
              <a:defRPr sz="1600"/>
            </a:lvl7pPr>
            <a:lvl8pPr indent="-330200" lvl="7" marL="3657600" algn="l">
              <a:spcBef>
                <a:spcPts val="600"/>
              </a:spcBef>
              <a:spcAft>
                <a:spcPts val="0"/>
              </a:spcAft>
              <a:buSzPts val="1600"/>
              <a:buChar char="•"/>
              <a:defRPr sz="1600"/>
            </a:lvl8pPr>
            <a:lvl9pPr indent="-330200" lvl="8" marL="4114800" algn="l">
              <a:spcBef>
                <a:spcPts val="600"/>
              </a:spcBef>
              <a:spcAft>
                <a:spcPts val="0"/>
              </a:spcAft>
              <a:buSzPts val="1600"/>
              <a:buChar char="•"/>
              <a:defRPr sz="1600"/>
            </a:lvl9pPr>
          </a:lstStyle>
          <a:p/>
        </p:txBody>
      </p:sp>
      <p:sp>
        <p:nvSpPr>
          <p:cNvPr id="59" name="Google Shape;59;p18"/>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8"/>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19"/>
          <p:cNvSpPr txBox="1"/>
          <p:nvPr>
            <p:ph type="title"/>
          </p:nvPr>
        </p:nvSpPr>
        <p:spPr>
          <a:xfrm>
            <a:off x="1055604" y="1905000"/>
            <a:ext cx="3596607" cy="2667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Corbel"/>
              <a:buNone/>
              <a:defRPr b="0" i="0"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9"/>
          <p:cNvSpPr txBox="1"/>
          <p:nvPr>
            <p:ph idx="1" type="body"/>
          </p:nvPr>
        </p:nvSpPr>
        <p:spPr>
          <a:xfrm>
            <a:off x="1065213" y="4648200"/>
            <a:ext cx="3581399"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800"/>
              <a:buNone/>
              <a:defRPr sz="1800"/>
            </a:lvl1pPr>
            <a:lvl2pPr indent="-228600" lvl="1" marL="914400" algn="l">
              <a:lnSpc>
                <a:spcPct val="90000"/>
              </a:lnSpc>
              <a:spcBef>
                <a:spcPts val="1200"/>
              </a:spcBef>
              <a:spcAft>
                <a:spcPts val="0"/>
              </a:spcAft>
              <a:buSzPts val="1200"/>
              <a:buNone/>
              <a:defRPr sz="1200"/>
            </a:lvl2pPr>
            <a:lvl3pPr indent="-228600" lvl="2" marL="1371600" algn="l">
              <a:lnSpc>
                <a:spcPct val="90000"/>
              </a:lnSpc>
              <a:spcBef>
                <a:spcPts val="600"/>
              </a:spcBef>
              <a:spcAft>
                <a:spcPts val="0"/>
              </a:spcAft>
              <a:buSzPts val="1000"/>
              <a:buNone/>
              <a:defRPr sz="1000"/>
            </a:lvl3pPr>
            <a:lvl4pPr indent="-228600" lvl="3" marL="1828800" algn="l">
              <a:lnSpc>
                <a:spcPct val="90000"/>
              </a:lnSpc>
              <a:spcBef>
                <a:spcPts val="600"/>
              </a:spcBef>
              <a:spcAft>
                <a:spcPts val="0"/>
              </a:spcAft>
              <a:buSzPts val="900"/>
              <a:buNone/>
              <a:defRPr sz="900"/>
            </a:lvl4pPr>
            <a:lvl5pPr indent="-228600" lvl="4" marL="2286000" algn="l">
              <a:lnSpc>
                <a:spcPct val="90000"/>
              </a:lnSpc>
              <a:spcBef>
                <a:spcPts val="600"/>
              </a:spcBef>
              <a:spcAft>
                <a:spcPts val="0"/>
              </a:spcAft>
              <a:buSzPts val="900"/>
              <a:buNone/>
              <a:defRPr sz="900"/>
            </a:lvl5pPr>
            <a:lvl6pPr indent="-228600" lvl="5" marL="2743200" algn="l">
              <a:spcBef>
                <a:spcPts val="600"/>
              </a:spcBef>
              <a:spcAft>
                <a:spcPts val="0"/>
              </a:spcAft>
              <a:buSzPts val="900"/>
              <a:buNone/>
              <a:defRPr sz="900"/>
            </a:lvl6pPr>
            <a:lvl7pPr indent="-228600" lvl="6" marL="3200400" algn="l">
              <a:spcBef>
                <a:spcPts val="600"/>
              </a:spcBef>
              <a:spcAft>
                <a:spcPts val="0"/>
              </a:spcAft>
              <a:buSzPts val="900"/>
              <a:buNone/>
              <a:defRPr sz="900"/>
            </a:lvl7pPr>
            <a:lvl8pPr indent="-228600" lvl="7" marL="3657600" algn="l">
              <a:spcBef>
                <a:spcPts val="600"/>
              </a:spcBef>
              <a:spcAft>
                <a:spcPts val="0"/>
              </a:spcAft>
              <a:buSzPts val="900"/>
              <a:buNone/>
              <a:defRPr sz="900"/>
            </a:lvl8pPr>
            <a:lvl9pPr indent="-228600" lvl="8" marL="4114800" algn="l">
              <a:spcBef>
                <a:spcPts val="600"/>
              </a:spcBef>
              <a:spcAft>
                <a:spcPts val="0"/>
              </a:spcAft>
              <a:buSzPts val="900"/>
              <a:buNone/>
              <a:defRPr sz="900"/>
            </a:lvl9pPr>
          </a:lstStyle>
          <a:p/>
        </p:txBody>
      </p:sp>
      <p:sp>
        <p:nvSpPr>
          <p:cNvPr descr="An empty placeholder to add an image. Click on the placeholder and select the image that you wish to add." id="65" name="Google Shape;65;p19"/>
          <p:cNvSpPr/>
          <p:nvPr>
            <p:ph idx="2" type="pic"/>
          </p:nvPr>
        </p:nvSpPr>
        <p:spPr>
          <a:xfrm>
            <a:off x="4951414" y="685800"/>
            <a:ext cx="6400799" cy="5334000"/>
          </a:xfrm>
          <a:prstGeom prst="rect">
            <a:avLst/>
          </a:prstGeom>
          <a:solidFill>
            <a:schemeClr val="dk2"/>
          </a:solidFill>
          <a:ln cap="flat" cmpd="sng" w="76200">
            <a:solidFill>
              <a:schemeClr val="lt1"/>
            </a:solidFill>
            <a:prstDash val="solid"/>
            <a:miter lim="800000"/>
            <a:headEnd len="sm" w="sm" type="none"/>
            <a:tailEnd len="sm" w="sm" type="none"/>
          </a:ln>
        </p:spPr>
      </p:sp>
      <p:sp>
        <p:nvSpPr>
          <p:cNvPr id="66" name="Google Shape;66;p19"/>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9"/>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20"/>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20"/>
          <p:cNvSpPr txBox="1"/>
          <p:nvPr>
            <p:ph idx="1" type="body"/>
          </p:nvPr>
        </p:nvSpPr>
        <p:spPr>
          <a:xfrm rot="5400000">
            <a:off x="4032208" y="-604796"/>
            <a:ext cx="4114801" cy="913439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72" name="Google Shape;72;p20"/>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0"/>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1"/>
          <p:cNvSpPr txBox="1"/>
          <p:nvPr>
            <p:ph type="title"/>
          </p:nvPr>
        </p:nvSpPr>
        <p:spPr>
          <a:xfrm rot="5400000">
            <a:off x="7085013" y="2438400"/>
            <a:ext cx="5638800" cy="152400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1"/>
          <p:cNvSpPr txBox="1"/>
          <p:nvPr>
            <p:ph idx="1" type="body"/>
          </p:nvPr>
        </p:nvSpPr>
        <p:spPr>
          <a:xfrm rot="5400000">
            <a:off x="2398712" y="-495299"/>
            <a:ext cx="5638800" cy="73913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600"/>
              </a:spcBef>
              <a:spcAft>
                <a:spcPts val="0"/>
              </a:spcAft>
              <a:buSzPts val="1800"/>
              <a:buChar char="•"/>
              <a:defRPr/>
            </a:lvl3pPr>
            <a:lvl4pPr indent="-342900" lvl="3" marL="1828800" algn="l">
              <a:lnSpc>
                <a:spcPct val="90000"/>
              </a:lnSpc>
              <a:spcBef>
                <a:spcPts val="6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78" name="Google Shape;78;p21"/>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1"/>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1522413" y="381000"/>
            <a:ext cx="9144001" cy="13716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Corbel"/>
              <a:buNone/>
              <a:defRPr b="0" i="0" sz="3600" u="none" cap="none" strike="noStrik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 type="body"/>
          </p:nvPr>
        </p:nvSpPr>
        <p:spPr>
          <a:xfrm>
            <a:off x="1522413" y="1904999"/>
            <a:ext cx="9134391" cy="4114801"/>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800"/>
              </a:spcBef>
              <a:spcAft>
                <a:spcPts val="0"/>
              </a:spcAft>
              <a:buClr>
                <a:schemeClr val="accent1"/>
              </a:buClr>
              <a:buSzPts val="2400"/>
              <a:buFont typeface="Arial"/>
              <a:buChar char="•"/>
              <a:defRPr b="0" i="0" sz="2400" u="none" cap="none" strike="noStrike">
                <a:solidFill>
                  <a:schemeClr val="lt1"/>
                </a:solidFill>
                <a:latin typeface="Corbel"/>
                <a:ea typeface="Corbel"/>
                <a:cs typeface="Corbel"/>
                <a:sym typeface="Corbel"/>
              </a:defRPr>
            </a:lvl1pPr>
            <a:lvl2pPr indent="-355600" lvl="1" marL="914400" marR="0" rtl="0" algn="l">
              <a:lnSpc>
                <a:spcPct val="90000"/>
              </a:lnSpc>
              <a:spcBef>
                <a:spcPts val="1200"/>
              </a:spcBef>
              <a:spcAft>
                <a:spcPts val="0"/>
              </a:spcAft>
              <a:buClr>
                <a:schemeClr val="accent1"/>
              </a:buClr>
              <a:buSzPts val="2000"/>
              <a:buFont typeface="Arial"/>
              <a:buChar char="•"/>
              <a:defRPr b="0" i="0" sz="2000" u="none" cap="none" strike="noStrike">
                <a:solidFill>
                  <a:schemeClr val="lt1"/>
                </a:solidFill>
                <a:latin typeface="Corbel"/>
                <a:ea typeface="Corbel"/>
                <a:cs typeface="Corbel"/>
                <a:sym typeface="Corbel"/>
              </a:defRPr>
            </a:lvl2pPr>
            <a:lvl3pPr indent="-342900" lvl="2" marL="1371600" marR="0" rtl="0" algn="l">
              <a:lnSpc>
                <a:spcPct val="90000"/>
              </a:lnSpc>
              <a:spcBef>
                <a:spcPts val="600"/>
              </a:spcBef>
              <a:spcAft>
                <a:spcPts val="0"/>
              </a:spcAft>
              <a:buClr>
                <a:schemeClr val="accent1"/>
              </a:buClr>
              <a:buSzPts val="1800"/>
              <a:buFont typeface="Arial"/>
              <a:buChar char="•"/>
              <a:defRPr b="0" i="0" sz="1800" u="none" cap="none" strike="noStrike">
                <a:solidFill>
                  <a:schemeClr val="lt1"/>
                </a:solidFill>
                <a:latin typeface="Corbel"/>
                <a:ea typeface="Corbel"/>
                <a:cs typeface="Corbel"/>
                <a:sym typeface="Corbel"/>
              </a:defRPr>
            </a:lvl3pPr>
            <a:lvl4pPr indent="-330200" lvl="3" marL="1828800" marR="0" rtl="0" algn="l">
              <a:lnSpc>
                <a:spcPct val="90000"/>
              </a:lnSpc>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4pPr>
            <a:lvl5pPr indent="-330200" lvl="4" marL="2286000" marR="0" rtl="0" algn="l">
              <a:lnSpc>
                <a:spcPct val="90000"/>
              </a:lnSpc>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5pPr>
            <a:lvl6pPr indent="-330200" lvl="5" marL="27432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6pPr>
            <a:lvl7pPr indent="-330200" lvl="6" marL="32004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7pPr>
            <a:lvl8pPr indent="-330200" lvl="7" marL="36576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8pPr>
            <a:lvl9pPr indent="-330200" lvl="8" marL="41148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9pPr>
          </a:lstStyle>
          <a:p/>
        </p:txBody>
      </p:sp>
      <p:sp>
        <p:nvSpPr>
          <p:cNvPr id="12" name="Google Shape;12;p10"/>
          <p:cNvSpPr txBox="1"/>
          <p:nvPr>
            <p:ph idx="11" type="ftr"/>
          </p:nvPr>
        </p:nvSpPr>
        <p:spPr>
          <a:xfrm>
            <a:off x="1522413" y="6400800"/>
            <a:ext cx="6553199" cy="27622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3" name="Google Shape;13;p10"/>
          <p:cNvSpPr txBox="1"/>
          <p:nvPr>
            <p:ph idx="10" type="dt"/>
          </p:nvPr>
        </p:nvSpPr>
        <p:spPr>
          <a:xfrm>
            <a:off x="8226422" y="6400800"/>
            <a:ext cx="1449389" cy="27622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4" name="Google Shape;14;p10"/>
          <p:cNvSpPr txBox="1"/>
          <p:nvPr>
            <p:ph idx="12" type="sldNum"/>
          </p:nvPr>
        </p:nvSpPr>
        <p:spPr>
          <a:xfrm>
            <a:off x="9828211" y="6400800"/>
            <a:ext cx="838201" cy="27622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chemeClr val="lt1"/>
                </a:solidFill>
                <a:latin typeface="Corbel"/>
                <a:ea typeface="Corbel"/>
                <a:cs typeface="Corbel"/>
                <a:sym typeface="Corbel"/>
              </a:defRPr>
            </a:lvl1pPr>
            <a:lvl2pPr indent="0" lvl="1" marL="0" marR="0" rtl="0" algn="r">
              <a:spcBef>
                <a:spcPts val="0"/>
              </a:spcBef>
              <a:buNone/>
              <a:defRPr b="0" i="0" sz="1100" u="none" cap="none" strike="noStrike">
                <a:solidFill>
                  <a:schemeClr val="lt1"/>
                </a:solidFill>
                <a:latin typeface="Corbel"/>
                <a:ea typeface="Corbel"/>
                <a:cs typeface="Corbel"/>
                <a:sym typeface="Corbel"/>
              </a:defRPr>
            </a:lvl2pPr>
            <a:lvl3pPr indent="0" lvl="2" marL="0" marR="0" rtl="0" algn="r">
              <a:spcBef>
                <a:spcPts val="0"/>
              </a:spcBef>
              <a:buNone/>
              <a:defRPr b="0" i="0" sz="1100" u="none" cap="none" strike="noStrike">
                <a:solidFill>
                  <a:schemeClr val="lt1"/>
                </a:solidFill>
                <a:latin typeface="Corbel"/>
                <a:ea typeface="Corbel"/>
                <a:cs typeface="Corbel"/>
                <a:sym typeface="Corbel"/>
              </a:defRPr>
            </a:lvl3pPr>
            <a:lvl4pPr indent="0" lvl="3" marL="0" marR="0" rtl="0" algn="r">
              <a:spcBef>
                <a:spcPts val="0"/>
              </a:spcBef>
              <a:buNone/>
              <a:defRPr b="0" i="0" sz="1100" u="none" cap="none" strike="noStrike">
                <a:solidFill>
                  <a:schemeClr val="lt1"/>
                </a:solidFill>
                <a:latin typeface="Corbel"/>
                <a:ea typeface="Corbel"/>
                <a:cs typeface="Corbel"/>
                <a:sym typeface="Corbel"/>
              </a:defRPr>
            </a:lvl4pPr>
            <a:lvl5pPr indent="0" lvl="4" marL="0" marR="0" rtl="0" algn="r">
              <a:spcBef>
                <a:spcPts val="0"/>
              </a:spcBef>
              <a:buNone/>
              <a:defRPr b="0" i="0" sz="1100" u="none" cap="none" strike="noStrike">
                <a:solidFill>
                  <a:schemeClr val="lt1"/>
                </a:solidFill>
                <a:latin typeface="Corbel"/>
                <a:ea typeface="Corbel"/>
                <a:cs typeface="Corbel"/>
                <a:sym typeface="Corbel"/>
              </a:defRPr>
            </a:lvl5pPr>
            <a:lvl6pPr indent="0" lvl="5" marL="0" marR="0" rtl="0" algn="r">
              <a:spcBef>
                <a:spcPts val="0"/>
              </a:spcBef>
              <a:buNone/>
              <a:defRPr b="0" i="0" sz="1100" u="none" cap="none" strike="noStrike">
                <a:solidFill>
                  <a:schemeClr val="lt1"/>
                </a:solidFill>
                <a:latin typeface="Corbel"/>
                <a:ea typeface="Corbel"/>
                <a:cs typeface="Corbel"/>
                <a:sym typeface="Corbel"/>
              </a:defRPr>
            </a:lvl6pPr>
            <a:lvl7pPr indent="0" lvl="6" marL="0" marR="0" rtl="0" algn="r">
              <a:spcBef>
                <a:spcPts val="0"/>
              </a:spcBef>
              <a:buNone/>
              <a:defRPr b="0" i="0" sz="1100" u="none" cap="none" strike="noStrike">
                <a:solidFill>
                  <a:schemeClr val="lt1"/>
                </a:solidFill>
                <a:latin typeface="Corbel"/>
                <a:ea typeface="Corbel"/>
                <a:cs typeface="Corbel"/>
                <a:sym typeface="Corbel"/>
              </a:defRPr>
            </a:lvl7pPr>
            <a:lvl8pPr indent="0" lvl="7" marL="0" marR="0" rtl="0" algn="r">
              <a:spcBef>
                <a:spcPts val="0"/>
              </a:spcBef>
              <a:buNone/>
              <a:defRPr b="0" i="0" sz="1100" u="none" cap="none" strike="noStrike">
                <a:solidFill>
                  <a:schemeClr val="lt1"/>
                </a:solidFill>
                <a:latin typeface="Corbel"/>
                <a:ea typeface="Corbel"/>
                <a:cs typeface="Corbel"/>
                <a:sym typeface="Corbel"/>
              </a:defRPr>
            </a:lvl8pPr>
            <a:lvl9pPr indent="0" lvl="8" marL="0" marR="0" rtl="0" algn="r">
              <a:spcBef>
                <a:spcPts val="0"/>
              </a:spcBef>
              <a:buNone/>
              <a:defRPr b="0" i="0" sz="11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39">
          <p15:clr>
            <a:srgbClr val="F26B43"/>
          </p15:clr>
        </p15:guide>
        <p15:guide id="2"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mbsdirect.vitalsource.com/books/9780357424506" TargetMode="External"/><Relationship Id="rId4" Type="http://schemas.openxmlformats.org/officeDocument/2006/relationships/hyperlink" Target="https://aws.amazon.com/what-is/sdlc/" TargetMode="External"/><Relationship Id="rId5" Type="http://schemas.openxmlformats.org/officeDocument/2006/relationships/hyperlink" Target="https://www.servicenow.com/workflows/creator-workflows/what-is-application-development.html" TargetMode="External"/><Relationship Id="rId6" Type="http://schemas.openxmlformats.org/officeDocument/2006/relationships/hyperlink" Target="https://www.microsoft.com/en-us/security/business/security-101/what-is-devsecops" TargetMode="External"/><Relationship Id="rId7" Type="http://schemas.openxmlformats.org/officeDocument/2006/relationships/hyperlink" Target="https://www.linkedin.com/pulse/agile-project-management-methodology-vs-waterfall-pmp-pmi-ac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ctrTitle"/>
          </p:nvPr>
        </p:nvSpPr>
        <p:spPr>
          <a:xfrm>
            <a:off x="1065214" y="1828800"/>
            <a:ext cx="8229600" cy="2895600"/>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chemeClr val="lt1"/>
              </a:buClr>
              <a:buSzPts val="6600"/>
              <a:buFont typeface="Corbel"/>
              <a:buNone/>
            </a:pPr>
            <a:r>
              <a:rPr lang="en-US"/>
              <a:t>Secure Development Operations</a:t>
            </a:r>
            <a:br>
              <a:rPr lang="en-US"/>
            </a:br>
            <a:r>
              <a:rPr lang="en-US"/>
              <a:t>(SecDevOps)</a:t>
            </a:r>
            <a:endParaRPr/>
          </a:p>
        </p:txBody>
      </p:sp>
      <p:sp>
        <p:nvSpPr>
          <p:cNvPr id="86" name="Google Shape;86;p1"/>
          <p:cNvSpPr txBox="1"/>
          <p:nvPr>
            <p:ph idx="1" type="subTitle"/>
          </p:nvPr>
        </p:nvSpPr>
        <p:spPr>
          <a:xfrm>
            <a:off x="1065213" y="4800600"/>
            <a:ext cx="8229600" cy="1219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n-US"/>
              <a:t>ANDRE HARDY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1217612" y="381000"/>
            <a:ext cx="9144001" cy="762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orbel"/>
              <a:buNone/>
            </a:pPr>
            <a:r>
              <a:rPr lang="en-US"/>
              <a:t>Application Development Life Cycle Model</a:t>
            </a:r>
            <a:endParaRPr/>
          </a:p>
        </p:txBody>
      </p:sp>
      <p:sp>
        <p:nvSpPr>
          <p:cNvPr id="92" name="Google Shape;92;p2"/>
          <p:cNvSpPr txBox="1"/>
          <p:nvPr/>
        </p:nvSpPr>
        <p:spPr>
          <a:xfrm>
            <a:off x="1522412" y="1172737"/>
            <a:ext cx="9601199" cy="503535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chemeClr val="lt1"/>
                </a:solidFill>
                <a:latin typeface="Corbel"/>
                <a:ea typeface="Corbel"/>
                <a:cs typeface="Corbel"/>
                <a:sym typeface="Corbel"/>
              </a:rPr>
              <a:t>An application development lifecycle model is a conceptual model that describes the stages involved in creating an application. Most projects use one of two major application development lifecycle models. </a:t>
            </a:r>
            <a:endParaRPr/>
          </a:p>
          <a:p>
            <a:pPr indent="0" lvl="0" marL="0" marR="0" rtl="0" algn="l">
              <a:lnSpc>
                <a:spcPct val="150000"/>
              </a:lnSpc>
              <a:spcBef>
                <a:spcPts val="0"/>
              </a:spcBef>
              <a:spcAft>
                <a:spcPts val="0"/>
              </a:spcAft>
              <a:buNone/>
            </a:pPr>
            <a:r>
              <a:t/>
            </a:r>
            <a:endParaRPr b="0" i="0" sz="1800" u="none" cap="none" strike="noStrike">
              <a:solidFill>
                <a:schemeClr val="lt1"/>
              </a:solidFill>
              <a:latin typeface="Corbel"/>
              <a:ea typeface="Corbel"/>
              <a:cs typeface="Corbel"/>
              <a:sym typeface="Corbel"/>
            </a:endParaRPr>
          </a:p>
          <a:p>
            <a:pPr indent="0" lvl="0" marL="0" marR="0" rtl="0" algn="l">
              <a:lnSpc>
                <a:spcPct val="150000"/>
              </a:lnSpc>
              <a:spcBef>
                <a:spcPts val="0"/>
              </a:spcBef>
              <a:spcAft>
                <a:spcPts val="0"/>
              </a:spcAft>
              <a:buNone/>
            </a:pPr>
            <a:r>
              <a:rPr b="0" i="0" lang="en-US" sz="1800" u="none" cap="none" strike="noStrike">
                <a:solidFill>
                  <a:schemeClr val="lt1"/>
                </a:solidFill>
                <a:latin typeface="Corbel"/>
                <a:ea typeface="Corbel"/>
                <a:cs typeface="Corbel"/>
                <a:sym typeface="Corbel"/>
              </a:rPr>
              <a:t>The waterfall model uses a sequential design process: as each stage is fully completed, the developers move on to</a:t>
            </a:r>
            <a:endParaRPr/>
          </a:p>
          <a:p>
            <a:pPr indent="0" lvl="0" marL="0" marR="0" rtl="0" algn="l">
              <a:lnSpc>
                <a:spcPct val="150000"/>
              </a:lnSpc>
              <a:spcBef>
                <a:spcPts val="0"/>
              </a:spcBef>
              <a:spcAft>
                <a:spcPts val="0"/>
              </a:spcAft>
              <a:buNone/>
            </a:pPr>
            <a:r>
              <a:rPr b="0" i="0" lang="en-US" sz="1800" u="none" cap="none" strike="noStrike">
                <a:solidFill>
                  <a:schemeClr val="lt1"/>
                </a:solidFill>
                <a:latin typeface="Corbel"/>
                <a:ea typeface="Corbel"/>
                <a:cs typeface="Corbel"/>
                <a:sym typeface="Corbel"/>
              </a:rPr>
              <a:t>the next stage. This means that once a stage is finished, developers cannot go back to a previous stage without starting all over again.</a:t>
            </a:r>
            <a:endParaRPr/>
          </a:p>
          <a:p>
            <a:pPr indent="0" lvl="0" marL="0" marR="0" rtl="0" algn="l">
              <a:lnSpc>
                <a:spcPct val="150000"/>
              </a:lnSpc>
              <a:spcBef>
                <a:spcPts val="0"/>
              </a:spcBef>
              <a:spcAft>
                <a:spcPts val="0"/>
              </a:spcAft>
              <a:buNone/>
            </a:pPr>
            <a:r>
              <a:t/>
            </a:r>
            <a:endParaRPr b="0" i="0" sz="1800" u="none" cap="none" strike="noStrike">
              <a:solidFill>
                <a:schemeClr val="lt1"/>
              </a:solidFill>
              <a:latin typeface="Corbel"/>
              <a:ea typeface="Corbel"/>
              <a:cs typeface="Corbel"/>
              <a:sym typeface="Corbel"/>
            </a:endParaRPr>
          </a:p>
          <a:p>
            <a:pPr indent="0" lvl="0" marL="0" marR="0" rtl="0" algn="l">
              <a:lnSpc>
                <a:spcPct val="150000"/>
              </a:lnSpc>
              <a:spcBef>
                <a:spcPts val="0"/>
              </a:spcBef>
              <a:spcAft>
                <a:spcPts val="0"/>
              </a:spcAft>
              <a:buNone/>
            </a:pPr>
            <a:r>
              <a:rPr b="0" i="0" lang="en-US" sz="1800" u="none" cap="none" strike="noStrike">
                <a:solidFill>
                  <a:schemeClr val="lt1"/>
                </a:solidFill>
                <a:latin typeface="Corbel"/>
                <a:ea typeface="Corbel"/>
                <a:cs typeface="Corbel"/>
                <a:sym typeface="Corbel"/>
              </a:rPr>
              <a:t>The agile model was designed to overcome the disadvantages of the waterfall model. Instead of following a rigid sequential design process, the agile model takes an incremental approach. Developers might start with a simplistic project design and begin to work on small modules.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A diagram of a process and a diagram of a waterfall method&#10;&#10;Description automatically generated" id="97" name="Google Shape;97;p3"/>
          <p:cNvPicPr preferRelativeResize="0"/>
          <p:nvPr/>
        </p:nvPicPr>
        <p:blipFill rotWithShape="1">
          <a:blip r:embed="rId3">
            <a:alphaModFix/>
          </a:blip>
          <a:srcRect b="0" l="0" r="26" t="0"/>
          <a:stretch/>
        </p:blipFill>
        <p:spPr>
          <a:xfrm>
            <a:off x="20" y="10"/>
            <a:ext cx="12188805" cy="6857990"/>
          </a:xfrm>
          <a:prstGeom prst="rect">
            <a:avLst/>
          </a:prstGeom>
          <a:noFill/>
          <a:ln>
            <a:noFill/>
          </a:ln>
        </p:spPr>
      </p:pic>
      <p:sp>
        <p:nvSpPr>
          <p:cNvPr id="98" name="Google Shape;98;p3"/>
          <p:cNvSpPr txBox="1"/>
          <p:nvPr>
            <p:ph idx="11" type="ftr"/>
          </p:nvPr>
        </p:nvSpPr>
        <p:spPr>
          <a:xfrm>
            <a:off x="3351212" y="6570611"/>
            <a:ext cx="6553199" cy="27622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https://www.linkedin.com/pulse/agile-project-management-methodology-vs-waterfall-pmp-pmi-acp-</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1217612" y="685800"/>
            <a:ext cx="9144001" cy="762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orbel"/>
              <a:buNone/>
            </a:pPr>
            <a:r>
              <a:rPr lang="en-US"/>
              <a:t>Application Development Life Cycle Model</a:t>
            </a:r>
            <a:endParaRPr/>
          </a:p>
        </p:txBody>
      </p:sp>
      <p:sp>
        <p:nvSpPr>
          <p:cNvPr id="104" name="Google Shape;104;p4"/>
          <p:cNvSpPr txBox="1"/>
          <p:nvPr/>
        </p:nvSpPr>
        <p:spPr>
          <a:xfrm>
            <a:off x="1522412" y="1905000"/>
            <a:ext cx="9601200" cy="3278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chemeClr val="lt1"/>
                </a:solidFill>
                <a:latin typeface="Corbel"/>
                <a:ea typeface="Corbel"/>
                <a:cs typeface="Corbel"/>
                <a:sym typeface="Corbel"/>
              </a:rPr>
              <a:t>Developing an application requires completing several stages. These stages include the following: • Development. At the development stage, the requirements for the application are established, and it is confirmed that the application meets the intended business needs before the actual coding begins.</a:t>
            </a:r>
            <a:endParaRPr/>
          </a:p>
          <a:p>
            <a:pPr indent="-285750" lvl="0" marL="285750" marR="0" rtl="0" algn="l">
              <a:lnSpc>
                <a:spcPct val="15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Testing</a:t>
            </a:r>
            <a:r>
              <a:rPr b="0" i="0" lang="en-US" sz="1800" u="none" cap="none" strike="noStrike">
                <a:solidFill>
                  <a:schemeClr val="lt1"/>
                </a:solidFill>
                <a:latin typeface="Corbel"/>
                <a:ea typeface="Corbel"/>
                <a:cs typeface="Corbel"/>
                <a:sym typeface="Corbel"/>
              </a:rPr>
              <a:t>. The testing stage thoroughly tests the application for any errors that could result in a security vulnerability.</a:t>
            </a:r>
            <a:endParaRPr/>
          </a:p>
          <a:p>
            <a:pPr indent="-285750" lvl="0" marL="285750" marR="0" rtl="0" algn="l">
              <a:lnSpc>
                <a:spcPct val="15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Staging</a:t>
            </a:r>
            <a:r>
              <a:rPr b="0" i="0" lang="en-US" sz="1800" u="none" cap="none" strike="noStrike">
                <a:solidFill>
                  <a:schemeClr val="lt1"/>
                </a:solidFill>
                <a:latin typeface="Corbel"/>
                <a:ea typeface="Corbel"/>
                <a:cs typeface="Corbel"/>
                <a:sym typeface="Corbel"/>
              </a:rPr>
              <a:t>. The staging stage tests to verify that the code functions as intended. </a:t>
            </a:r>
            <a:endParaRPr/>
          </a:p>
          <a:p>
            <a:pPr indent="-285750" lvl="0" marL="285750" marR="0" rtl="0" algn="l">
              <a:lnSpc>
                <a:spcPct val="150000"/>
              </a:lnSpc>
              <a:spcBef>
                <a:spcPts val="0"/>
              </a:spcBef>
              <a:spcAft>
                <a:spcPts val="0"/>
              </a:spcAft>
              <a:buClr>
                <a:schemeClr val="lt1"/>
              </a:buClr>
              <a:buSzPts val="1800"/>
              <a:buFont typeface="Arial"/>
              <a:buChar char="•"/>
            </a:pPr>
            <a:r>
              <a:rPr b="1" i="0" lang="en-US" sz="1800" u="none" cap="none" strike="noStrike">
                <a:solidFill>
                  <a:schemeClr val="lt1"/>
                </a:solidFill>
                <a:latin typeface="Corbel"/>
                <a:ea typeface="Corbel"/>
                <a:cs typeface="Corbel"/>
                <a:sym typeface="Corbel"/>
              </a:rPr>
              <a:t>Production</a:t>
            </a:r>
            <a:r>
              <a:rPr b="0" i="0" lang="en-US" sz="1800" u="none" cap="none" strike="noStrike">
                <a:solidFill>
                  <a:schemeClr val="lt1"/>
                </a:solidFill>
                <a:latin typeface="Corbel"/>
                <a:ea typeface="Corbel"/>
                <a:cs typeface="Corbel"/>
                <a:sym typeface="Corbel"/>
              </a:rPr>
              <a:t>. In the production stage the application is released to be used in its actual setting.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1141412" y="990600"/>
            <a:ext cx="10287000" cy="762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lt1"/>
              </a:buClr>
              <a:buSzPts val="3600"/>
              <a:buFont typeface="Corbel"/>
              <a:buNone/>
            </a:pPr>
            <a:r>
              <a:rPr lang="en-US"/>
              <a:t>Secure Application Development Life Cycle Model</a:t>
            </a:r>
            <a:endParaRPr/>
          </a:p>
        </p:txBody>
      </p:sp>
      <p:sp>
        <p:nvSpPr>
          <p:cNvPr id="110" name="Google Shape;110;p5"/>
          <p:cNvSpPr txBox="1"/>
          <p:nvPr/>
        </p:nvSpPr>
        <p:spPr>
          <a:xfrm>
            <a:off x="1522413" y="2209800"/>
            <a:ext cx="9601199" cy="25423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chemeClr val="lt1"/>
                </a:solidFill>
                <a:latin typeface="Corbel"/>
                <a:ea typeface="Corbel"/>
                <a:cs typeface="Corbel"/>
                <a:sym typeface="Corbel"/>
              </a:rPr>
              <a:t>One specific type of software methodology that follows the agile model and heavily incorporates secure coding practices and techniques to create secure software applications is called SecDevOps. Also known as DevSecOps, it is the process of integrating secure development best practices and methodologies into application software development and deployment processes using the agile model. It is a set of best practices designed to help organizations implant secure coding deep in the heart of their applications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1522413" y="381000"/>
            <a:ext cx="2971799" cy="762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D1D5DB"/>
              </a:buClr>
              <a:buSzPts val="3600"/>
              <a:buFont typeface="Corbel"/>
              <a:buNone/>
            </a:pPr>
            <a:r>
              <a:rPr i="0" lang="en-US">
                <a:solidFill>
                  <a:srgbClr val="D1D5DB"/>
                </a:solidFill>
              </a:rPr>
              <a:t>SecDevOps</a:t>
            </a:r>
            <a:endParaRPr/>
          </a:p>
        </p:txBody>
      </p:sp>
      <p:sp>
        <p:nvSpPr>
          <p:cNvPr id="116" name="Google Shape;116;p6"/>
          <p:cNvSpPr txBox="1"/>
          <p:nvPr/>
        </p:nvSpPr>
        <p:spPr>
          <a:xfrm>
            <a:off x="1522413" y="1720840"/>
            <a:ext cx="9785004" cy="369331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800"/>
              <a:buFont typeface="Arial"/>
              <a:buChar char="•"/>
            </a:pPr>
            <a:r>
              <a:rPr b="0" i="0" lang="en-US" sz="1800" u="none" cap="none" strike="noStrike">
                <a:solidFill>
                  <a:schemeClr val="lt1"/>
                </a:solidFill>
                <a:latin typeface="Corbel"/>
                <a:ea typeface="Corbel"/>
                <a:cs typeface="Corbel"/>
                <a:sym typeface="Corbel"/>
              </a:rPr>
              <a:t>SecDevOps, short for Security Development and Operations, extends the principles of DevOps by integrating security practices directly into the software development and deployment pipelines.</a:t>
            </a:r>
            <a:endParaRPr/>
          </a:p>
          <a:p>
            <a:pPr indent="-171450" lvl="0" marL="285750" marR="0" rtl="0" algn="l">
              <a:spcBef>
                <a:spcPts val="0"/>
              </a:spcBef>
              <a:spcAft>
                <a:spcPts val="0"/>
              </a:spcAft>
              <a:buClr>
                <a:schemeClr val="lt1"/>
              </a:buClr>
              <a:buSzPts val="1800"/>
              <a:buFont typeface="Arial"/>
              <a:buNone/>
            </a:pPr>
            <a:r>
              <a:t/>
            </a:r>
            <a:endParaRPr b="0" i="0" sz="1800" u="none" cap="none" strike="noStrike">
              <a:solidFill>
                <a:schemeClr val="lt1"/>
              </a:solidFill>
              <a:latin typeface="Corbel"/>
              <a:ea typeface="Corbel"/>
              <a:cs typeface="Corbel"/>
              <a:sym typeface="Corbel"/>
            </a:endParaRPr>
          </a:p>
          <a:p>
            <a:pPr indent="-285750" lvl="0" marL="285750" marR="0" rtl="0" algn="l">
              <a:spcBef>
                <a:spcPts val="0"/>
              </a:spcBef>
              <a:spcAft>
                <a:spcPts val="0"/>
              </a:spcAft>
              <a:buClr>
                <a:schemeClr val="lt1"/>
              </a:buClr>
              <a:buSzPts val="1800"/>
              <a:buFont typeface="Arial"/>
              <a:buChar char="•"/>
            </a:pPr>
            <a:r>
              <a:rPr b="0" i="0" lang="en-US" sz="1800" u="none" cap="none" strike="noStrike">
                <a:solidFill>
                  <a:schemeClr val="lt1"/>
                </a:solidFill>
                <a:latin typeface="Corbel"/>
                <a:ea typeface="Corbel"/>
                <a:cs typeface="Corbel"/>
                <a:sym typeface="Corbel"/>
              </a:rPr>
              <a:t>SecDevOps incorporates security as a core principle alongside development and operations, emphasizing security automation, threat modeling, and security testing throughout the development process.</a:t>
            </a:r>
            <a:endParaRPr/>
          </a:p>
          <a:p>
            <a:pPr indent="-171450" lvl="0" marL="285750" marR="0" rtl="0" algn="l">
              <a:spcBef>
                <a:spcPts val="0"/>
              </a:spcBef>
              <a:spcAft>
                <a:spcPts val="0"/>
              </a:spcAft>
              <a:buClr>
                <a:schemeClr val="lt1"/>
              </a:buClr>
              <a:buSzPts val="1800"/>
              <a:buFont typeface="Arial"/>
              <a:buNone/>
            </a:pPr>
            <a:r>
              <a:t/>
            </a:r>
            <a:endParaRPr b="0" i="0" sz="1800" u="none" cap="none" strike="noStrike">
              <a:solidFill>
                <a:schemeClr val="lt1"/>
              </a:solidFill>
              <a:latin typeface="Corbel"/>
              <a:ea typeface="Corbel"/>
              <a:cs typeface="Corbel"/>
              <a:sym typeface="Corbel"/>
            </a:endParaRPr>
          </a:p>
          <a:p>
            <a:pPr indent="-285750" lvl="0" marL="285750" marR="0" rtl="0" algn="l">
              <a:spcBef>
                <a:spcPts val="0"/>
              </a:spcBef>
              <a:spcAft>
                <a:spcPts val="0"/>
              </a:spcAft>
              <a:buClr>
                <a:schemeClr val="lt1"/>
              </a:buClr>
              <a:buSzPts val="1800"/>
              <a:buFont typeface="Arial"/>
              <a:buChar char="•"/>
            </a:pPr>
            <a:r>
              <a:rPr b="0" i="0" lang="en-US" sz="1800" u="none" cap="none" strike="noStrike">
                <a:solidFill>
                  <a:schemeClr val="lt1"/>
                </a:solidFill>
                <a:latin typeface="Corbel"/>
                <a:ea typeface="Corbel"/>
                <a:cs typeface="Corbel"/>
                <a:sym typeface="Corbel"/>
              </a:rPr>
              <a:t>The primary goals of SecDevOps are to proactively identify and mitigate security vulnerabilities and threats during the software development lifecycle, resulting in more secure software.</a:t>
            </a:r>
            <a:endParaRPr/>
          </a:p>
          <a:p>
            <a:pPr indent="-171450" lvl="0" marL="285750" marR="0" rtl="0" algn="l">
              <a:spcBef>
                <a:spcPts val="0"/>
              </a:spcBef>
              <a:spcAft>
                <a:spcPts val="0"/>
              </a:spcAft>
              <a:buClr>
                <a:schemeClr val="lt1"/>
              </a:buClr>
              <a:buSzPts val="1800"/>
              <a:buFont typeface="Arial"/>
              <a:buNone/>
            </a:pPr>
            <a:r>
              <a:t/>
            </a:r>
            <a:endParaRPr b="0" i="0" sz="1800" u="none" cap="none" strike="noStrike">
              <a:solidFill>
                <a:schemeClr val="lt1"/>
              </a:solidFill>
              <a:latin typeface="Corbel"/>
              <a:ea typeface="Corbel"/>
              <a:cs typeface="Corbel"/>
              <a:sym typeface="Corbel"/>
            </a:endParaRPr>
          </a:p>
          <a:p>
            <a:pPr indent="-285750" lvl="0" marL="285750" marR="0" rtl="0" algn="l">
              <a:spcBef>
                <a:spcPts val="0"/>
              </a:spcBef>
              <a:spcAft>
                <a:spcPts val="0"/>
              </a:spcAft>
              <a:buClr>
                <a:schemeClr val="lt1"/>
              </a:buClr>
              <a:buSzPts val="1800"/>
              <a:buFont typeface="Arial"/>
              <a:buChar char="•"/>
            </a:pPr>
            <a:r>
              <a:rPr b="0" i="0" lang="en-US" sz="1800" u="none" cap="none" strike="noStrike">
                <a:solidFill>
                  <a:schemeClr val="lt1"/>
                </a:solidFill>
                <a:latin typeface="Corbel"/>
                <a:ea typeface="Corbel"/>
                <a:cs typeface="Corbel"/>
                <a:sym typeface="Corbel"/>
              </a:rPr>
              <a:t>In SecDevOps, security is integrated into the entire development process, from the design and planning phase to coding, testing, and deployment. Security is treated as an integral part of the software development lifecycle.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1522413" y="1143000"/>
            <a:ext cx="2057399" cy="609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D1D5DB"/>
              </a:buClr>
              <a:buSzPts val="3600"/>
              <a:buFont typeface="Corbel"/>
              <a:buNone/>
            </a:pPr>
            <a:r>
              <a:rPr b="1" i="0" lang="en-US">
                <a:solidFill>
                  <a:srgbClr val="D1D5DB"/>
                </a:solidFill>
              </a:rPr>
              <a:t>DevOps:</a:t>
            </a:r>
            <a:endParaRPr/>
          </a:p>
        </p:txBody>
      </p:sp>
      <p:sp>
        <p:nvSpPr>
          <p:cNvPr id="122" name="Google Shape;122;p7"/>
          <p:cNvSpPr txBox="1"/>
          <p:nvPr/>
        </p:nvSpPr>
        <p:spPr>
          <a:xfrm>
            <a:off x="1491008" y="2056686"/>
            <a:ext cx="9785004" cy="341632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800"/>
              <a:buFont typeface="Arial"/>
              <a:buChar char="•"/>
            </a:pPr>
            <a:r>
              <a:rPr b="0" i="0" lang="en-US" sz="1800" u="none" cap="none" strike="noStrike">
                <a:solidFill>
                  <a:schemeClr val="lt1"/>
                </a:solidFill>
                <a:latin typeface="Corbel"/>
                <a:ea typeface="Corbel"/>
                <a:cs typeface="Corbel"/>
                <a:sym typeface="Corbel"/>
              </a:rPr>
              <a:t>DevOps, short for Development and Operations, primarily focuses on streamlining and automating the software development and deployment processes to improve collaboration between development and IT operations teams.</a:t>
            </a:r>
            <a:endParaRPr/>
          </a:p>
          <a:p>
            <a:pPr indent="-171450" lvl="0" marL="285750" marR="0" rtl="0" algn="l">
              <a:spcBef>
                <a:spcPts val="0"/>
              </a:spcBef>
              <a:spcAft>
                <a:spcPts val="0"/>
              </a:spcAft>
              <a:buClr>
                <a:schemeClr val="lt1"/>
              </a:buClr>
              <a:buSzPts val="1800"/>
              <a:buFont typeface="Arial"/>
              <a:buNone/>
            </a:pPr>
            <a:r>
              <a:t/>
            </a:r>
            <a:endParaRPr b="0" i="0" sz="1800" u="none" cap="none" strike="noStrike">
              <a:solidFill>
                <a:schemeClr val="lt1"/>
              </a:solidFill>
              <a:latin typeface="Corbel"/>
              <a:ea typeface="Corbel"/>
              <a:cs typeface="Corbel"/>
              <a:sym typeface="Corbel"/>
            </a:endParaRPr>
          </a:p>
          <a:p>
            <a:pPr indent="-285750" lvl="0" marL="285750" marR="0" rtl="0" algn="l">
              <a:spcBef>
                <a:spcPts val="0"/>
              </a:spcBef>
              <a:spcAft>
                <a:spcPts val="0"/>
              </a:spcAft>
              <a:buClr>
                <a:schemeClr val="lt1"/>
              </a:buClr>
              <a:buSzPts val="1800"/>
              <a:buFont typeface="Arial"/>
              <a:buChar char="•"/>
            </a:pPr>
            <a:r>
              <a:rPr b="0" i="0" lang="en-US" sz="1800" u="none" cap="none" strike="noStrike">
                <a:solidFill>
                  <a:schemeClr val="lt1"/>
                </a:solidFill>
                <a:latin typeface="Corbel"/>
                <a:ea typeface="Corbel"/>
                <a:cs typeface="Corbel"/>
                <a:sym typeface="Corbel"/>
              </a:rPr>
              <a:t>DevOps emphasizes principles like continuous integration, continuous delivery (CI/CD), automation, and collaboration to accelerate software development and deployment.</a:t>
            </a:r>
            <a:endParaRPr/>
          </a:p>
          <a:p>
            <a:pPr indent="-171450" lvl="0" marL="285750" marR="0" rtl="0" algn="l">
              <a:spcBef>
                <a:spcPts val="0"/>
              </a:spcBef>
              <a:spcAft>
                <a:spcPts val="0"/>
              </a:spcAft>
              <a:buClr>
                <a:schemeClr val="lt1"/>
              </a:buClr>
              <a:buSzPts val="1800"/>
              <a:buFont typeface="Arial"/>
              <a:buNone/>
            </a:pPr>
            <a:r>
              <a:t/>
            </a:r>
            <a:endParaRPr b="0" i="0" sz="1800" u="none" cap="none" strike="noStrike">
              <a:solidFill>
                <a:schemeClr val="lt1"/>
              </a:solidFill>
              <a:latin typeface="Corbel"/>
              <a:ea typeface="Corbel"/>
              <a:cs typeface="Corbel"/>
              <a:sym typeface="Corbel"/>
            </a:endParaRPr>
          </a:p>
          <a:p>
            <a:pPr indent="-285750" lvl="0" marL="285750" marR="0" rtl="0" algn="l">
              <a:spcBef>
                <a:spcPts val="0"/>
              </a:spcBef>
              <a:spcAft>
                <a:spcPts val="0"/>
              </a:spcAft>
              <a:buClr>
                <a:schemeClr val="lt1"/>
              </a:buClr>
              <a:buSzPts val="1800"/>
              <a:buFont typeface="Arial"/>
              <a:buChar char="•"/>
            </a:pPr>
            <a:r>
              <a:rPr b="0" i="0" lang="en-US" sz="1800" u="none" cap="none" strike="noStrike">
                <a:solidFill>
                  <a:schemeClr val="lt1"/>
                </a:solidFill>
                <a:latin typeface="Corbel"/>
                <a:ea typeface="Corbel"/>
                <a:cs typeface="Corbel"/>
                <a:sym typeface="Corbel"/>
              </a:rPr>
              <a:t>The primary goals of DevOps are faster release cycles, increased software quality, and improved efficiency in software delivery.</a:t>
            </a:r>
            <a:endParaRPr/>
          </a:p>
          <a:p>
            <a:pPr indent="-171450" lvl="0" marL="285750" marR="0" rtl="0" algn="l">
              <a:spcBef>
                <a:spcPts val="0"/>
              </a:spcBef>
              <a:spcAft>
                <a:spcPts val="0"/>
              </a:spcAft>
              <a:buClr>
                <a:schemeClr val="lt1"/>
              </a:buClr>
              <a:buSzPts val="1800"/>
              <a:buFont typeface="Arial"/>
              <a:buNone/>
            </a:pPr>
            <a:r>
              <a:t/>
            </a:r>
            <a:endParaRPr b="0" i="0" sz="1800" u="none" cap="none" strike="noStrike">
              <a:solidFill>
                <a:schemeClr val="lt1"/>
              </a:solidFill>
              <a:latin typeface="Corbel"/>
              <a:ea typeface="Corbel"/>
              <a:cs typeface="Corbel"/>
              <a:sym typeface="Corbel"/>
            </a:endParaRPr>
          </a:p>
          <a:p>
            <a:pPr indent="-285750" lvl="0" marL="285750" marR="0" rtl="0" algn="l">
              <a:spcBef>
                <a:spcPts val="0"/>
              </a:spcBef>
              <a:spcAft>
                <a:spcPts val="0"/>
              </a:spcAft>
              <a:buClr>
                <a:schemeClr val="lt1"/>
              </a:buClr>
              <a:buSzPts val="1800"/>
              <a:buFont typeface="Arial"/>
              <a:buChar char="•"/>
            </a:pPr>
            <a:r>
              <a:rPr b="0" i="0" lang="en-US" sz="1800" u="none" cap="none" strike="noStrike">
                <a:solidFill>
                  <a:schemeClr val="lt1"/>
                </a:solidFill>
                <a:latin typeface="Corbel"/>
                <a:ea typeface="Corbel"/>
                <a:cs typeface="Corbel"/>
                <a:sym typeface="Corbel"/>
              </a:rPr>
              <a:t>While security is an essential consideration in DevOps, it is not the central focus. Security may be integrated into the process but is often seen as a separate concern.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idx="1" type="body"/>
          </p:nvPr>
        </p:nvSpPr>
        <p:spPr>
          <a:xfrm>
            <a:off x="1103312" y="1905000"/>
            <a:ext cx="9982200" cy="3733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600"/>
              <a:buNone/>
            </a:pPr>
            <a:r>
              <a:t/>
            </a:r>
            <a:endParaRPr sz="1600">
              <a:solidFill>
                <a:srgbClr val="D1D5DB"/>
              </a:solidFill>
            </a:endParaRPr>
          </a:p>
          <a:p>
            <a:pPr indent="0" lvl="0" marL="0" rtl="0" algn="l">
              <a:lnSpc>
                <a:spcPct val="90000"/>
              </a:lnSpc>
              <a:spcBef>
                <a:spcPts val="0"/>
              </a:spcBef>
              <a:spcAft>
                <a:spcPts val="0"/>
              </a:spcAft>
              <a:buSzPts val="1600"/>
              <a:buNone/>
            </a:pPr>
            <a:r>
              <a:t/>
            </a:r>
            <a:endParaRPr sz="1600"/>
          </a:p>
        </p:txBody>
      </p:sp>
      <p:sp>
        <p:nvSpPr>
          <p:cNvPr id="128" name="Google Shape;128;p8"/>
          <p:cNvSpPr txBox="1"/>
          <p:nvPr/>
        </p:nvSpPr>
        <p:spPr>
          <a:xfrm>
            <a:off x="760412" y="609600"/>
            <a:ext cx="60941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600" u="none" cap="none" strike="noStrike">
                <a:solidFill>
                  <a:srgbClr val="D1D5DB"/>
                </a:solidFill>
                <a:latin typeface="Corbel"/>
                <a:ea typeface="Corbel"/>
                <a:cs typeface="Corbel"/>
                <a:sym typeface="Corbel"/>
              </a:rPr>
              <a:t>DevOps &amp; SecDevOps:</a:t>
            </a:r>
            <a:endParaRPr sz="1800">
              <a:solidFill>
                <a:schemeClr val="lt1"/>
              </a:solidFill>
              <a:latin typeface="Corbel"/>
              <a:ea typeface="Corbel"/>
              <a:cs typeface="Corbel"/>
              <a:sym typeface="Corbel"/>
            </a:endParaRPr>
          </a:p>
        </p:txBody>
      </p:sp>
      <p:sp>
        <p:nvSpPr>
          <p:cNvPr id="129" name="Google Shape;129;p8"/>
          <p:cNvSpPr txBox="1"/>
          <p:nvPr/>
        </p:nvSpPr>
        <p:spPr>
          <a:xfrm>
            <a:off x="1370012" y="1828800"/>
            <a:ext cx="9220200" cy="295786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a:solidFill>
                  <a:schemeClr val="lt1"/>
                </a:solidFill>
                <a:latin typeface="Arial"/>
                <a:ea typeface="Arial"/>
                <a:cs typeface="Arial"/>
                <a:sym typeface="Arial"/>
              </a:rPr>
              <a:t>DevOps and SecDevOps are two related but distinct approaches to software development and operations, with a primary difference being the inclusion of security practices in SecDevOps. Here's a comparison and contrast between the two:In summary, DevOps and SecDevOps share many principles but differ primarily in the degree to which security practices are integrated into the development and operations processes. SecDevOps places security at the forefront and integrates it throughout the software development lifecycle, ensuring that security is not an afterthought but a core consideration.</a:t>
            </a:r>
            <a:endParaRPr b="0" i="0" sz="1800">
              <a:solidFill>
                <a:schemeClr val="lt1"/>
              </a:solidFill>
              <a:latin typeface="Corbel"/>
              <a:ea typeface="Corbel"/>
              <a:cs typeface="Corbel"/>
              <a:sym typeface="Corbe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nvSpPr>
        <p:spPr>
          <a:xfrm>
            <a:off x="1065212" y="533400"/>
            <a:ext cx="4495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orbel"/>
                <a:ea typeface="Corbel"/>
                <a:cs typeface="Corbel"/>
                <a:sym typeface="Corbel"/>
              </a:rPr>
              <a:t>References</a:t>
            </a:r>
            <a:endParaRPr/>
          </a:p>
        </p:txBody>
      </p:sp>
      <p:sp>
        <p:nvSpPr>
          <p:cNvPr id="135" name="Google Shape;135;p9"/>
          <p:cNvSpPr txBox="1"/>
          <p:nvPr/>
        </p:nvSpPr>
        <p:spPr>
          <a:xfrm>
            <a:off x="1370012" y="1371600"/>
            <a:ext cx="9828212" cy="37548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a:solidFill>
                  <a:schemeClr val="lt1"/>
                </a:solidFill>
                <a:latin typeface="Corbel"/>
                <a:ea typeface="Corbel"/>
                <a:cs typeface="Corbel"/>
                <a:sym typeface="Corbel"/>
              </a:rPr>
              <a:t>Ciampa, M. (2020). </a:t>
            </a:r>
            <a:r>
              <a:rPr b="0" i="1" lang="en-US" sz="1400">
                <a:solidFill>
                  <a:schemeClr val="lt1"/>
                </a:solidFill>
                <a:latin typeface="Corbel"/>
                <a:ea typeface="Corbel"/>
                <a:cs typeface="Corbel"/>
                <a:sym typeface="Corbel"/>
              </a:rPr>
              <a:t>CompTIA Security+ Guide to Network Security Fundamentals</a:t>
            </a:r>
            <a:r>
              <a:rPr b="0" i="0" lang="en-US" sz="1400">
                <a:solidFill>
                  <a:schemeClr val="lt1"/>
                </a:solidFill>
                <a:latin typeface="Corbel"/>
                <a:ea typeface="Corbel"/>
                <a:cs typeface="Corbel"/>
                <a:sym typeface="Corbel"/>
              </a:rPr>
              <a:t> (7th ed.). Cengage Learning US.</a:t>
            </a:r>
            <a:endParaRPr/>
          </a:p>
          <a:p>
            <a:pPr indent="0" lvl="0" marL="0" marR="0" rtl="0" algn="l">
              <a:spcBef>
                <a:spcPts val="0"/>
              </a:spcBef>
              <a:spcAft>
                <a:spcPts val="0"/>
              </a:spcAft>
              <a:buNone/>
            </a:pPr>
            <a:r>
              <a:rPr b="0" i="0" lang="en-US" sz="1400" u="sng">
                <a:solidFill>
                  <a:schemeClr val="lt1"/>
                </a:solidFill>
                <a:latin typeface="Corbel"/>
                <a:ea typeface="Corbel"/>
                <a:cs typeface="Corbel"/>
                <a:sym typeface="Corbel"/>
                <a:hlinkClick r:id="rId3">
                  <a:extLst>
                    <a:ext uri="{A12FA001-AC4F-418D-AE19-62706E023703}">
                      <ahyp:hlinkClr val="tx"/>
                    </a:ext>
                  </a:extLst>
                </a:hlinkClick>
              </a:rPr>
              <a:t>https://mbsdirect.vitalsource.com/books/9780357424506</a:t>
            </a:r>
            <a:endParaRPr b="0" i="0" sz="1400">
              <a:solidFill>
                <a:schemeClr val="lt1"/>
              </a:solidFill>
              <a:latin typeface="Corbel"/>
              <a:ea typeface="Corbel"/>
              <a:cs typeface="Corbel"/>
              <a:sym typeface="Corbel"/>
            </a:endParaRPr>
          </a:p>
          <a:p>
            <a:pPr indent="0" lvl="0" marL="0" marR="0" rtl="0" algn="l">
              <a:spcBef>
                <a:spcPts val="0"/>
              </a:spcBef>
              <a:spcAft>
                <a:spcPts val="0"/>
              </a:spcAft>
              <a:buNone/>
            </a:pPr>
            <a:r>
              <a:t/>
            </a:r>
            <a:endParaRPr sz="1400">
              <a:solidFill>
                <a:schemeClr val="lt1"/>
              </a:solidFill>
              <a:latin typeface="Corbel"/>
              <a:ea typeface="Corbel"/>
              <a:cs typeface="Corbel"/>
              <a:sym typeface="Corbel"/>
            </a:endParaRPr>
          </a:p>
          <a:p>
            <a:pPr indent="0" lvl="0" marL="0" marR="0" rtl="0" algn="l">
              <a:spcBef>
                <a:spcPts val="0"/>
              </a:spcBef>
              <a:spcAft>
                <a:spcPts val="0"/>
              </a:spcAft>
              <a:buNone/>
            </a:pPr>
            <a:r>
              <a:rPr b="0" i="0" lang="en-US" sz="1400">
                <a:solidFill>
                  <a:srgbClr val="FFFFFF"/>
                </a:solidFill>
                <a:latin typeface="Corbel"/>
                <a:ea typeface="Corbel"/>
                <a:cs typeface="Corbel"/>
                <a:sym typeface="Corbel"/>
              </a:rPr>
              <a:t>What is SDLC (Software Development Lifecycle)?</a:t>
            </a:r>
            <a:endParaRPr/>
          </a:p>
          <a:p>
            <a:pPr indent="0" lvl="0" marL="0" marR="0" rtl="0" algn="l">
              <a:spcBef>
                <a:spcPts val="0"/>
              </a:spcBef>
              <a:spcAft>
                <a:spcPts val="0"/>
              </a:spcAft>
              <a:buNone/>
            </a:pPr>
            <a:r>
              <a:rPr lang="en-US" sz="1400">
                <a:solidFill>
                  <a:schemeClr val="lt1"/>
                </a:solidFill>
                <a:latin typeface="Corbel"/>
                <a:ea typeface="Corbel"/>
                <a:cs typeface="Corbel"/>
                <a:sym typeface="Corbel"/>
              </a:rPr>
              <a:t>2023, Amazon Web Services, Inc. or its affiliates</a:t>
            </a:r>
            <a:endParaRPr/>
          </a:p>
          <a:p>
            <a:pPr indent="0" lvl="0" marL="0" marR="0" rtl="0" algn="l">
              <a:spcBef>
                <a:spcPts val="0"/>
              </a:spcBef>
              <a:spcAft>
                <a:spcPts val="0"/>
              </a:spcAft>
              <a:buNone/>
            </a:pPr>
            <a:r>
              <a:rPr lang="en-US" sz="1400" u="sng">
                <a:solidFill>
                  <a:schemeClr val="lt1"/>
                </a:solidFill>
                <a:latin typeface="Corbel"/>
                <a:ea typeface="Corbel"/>
                <a:cs typeface="Corbel"/>
                <a:sym typeface="Corbel"/>
                <a:hlinkClick r:id="rId4">
                  <a:extLst>
                    <a:ext uri="{A12FA001-AC4F-418D-AE19-62706E023703}">
                      <ahyp:hlinkClr val="tx"/>
                    </a:ext>
                  </a:extLst>
                </a:hlinkClick>
              </a:rPr>
              <a:t>What is SDLC? - Software Development Lifecycle Explained - AWS (amazon.com)</a:t>
            </a:r>
            <a:endParaRPr sz="1400">
              <a:solidFill>
                <a:schemeClr val="lt1"/>
              </a:solidFill>
              <a:latin typeface="Corbel"/>
              <a:ea typeface="Corbel"/>
              <a:cs typeface="Corbel"/>
              <a:sym typeface="Corbel"/>
            </a:endParaRPr>
          </a:p>
          <a:p>
            <a:pPr indent="0" lvl="0" marL="0" marR="0" rtl="0" algn="l">
              <a:spcBef>
                <a:spcPts val="0"/>
              </a:spcBef>
              <a:spcAft>
                <a:spcPts val="0"/>
              </a:spcAft>
              <a:buNone/>
            </a:pPr>
            <a:r>
              <a:t/>
            </a:r>
            <a:endParaRPr sz="1400">
              <a:solidFill>
                <a:schemeClr val="lt1"/>
              </a:solidFill>
              <a:latin typeface="Corbel"/>
              <a:ea typeface="Corbel"/>
              <a:cs typeface="Corbel"/>
              <a:sym typeface="Corbel"/>
            </a:endParaRPr>
          </a:p>
          <a:p>
            <a:pPr indent="0" lvl="0" marL="0" marR="0" rtl="0" algn="l">
              <a:spcBef>
                <a:spcPts val="0"/>
              </a:spcBef>
              <a:spcAft>
                <a:spcPts val="0"/>
              </a:spcAft>
              <a:buNone/>
            </a:pPr>
            <a:r>
              <a:rPr lang="en-US" sz="1400">
                <a:solidFill>
                  <a:schemeClr val="lt1"/>
                </a:solidFill>
                <a:latin typeface="Corbel"/>
                <a:ea typeface="Corbel"/>
                <a:cs typeface="Corbel"/>
                <a:sym typeface="Corbel"/>
              </a:rPr>
              <a:t>What is Application Development? 2023 ServiceNow</a:t>
            </a:r>
            <a:endParaRPr/>
          </a:p>
          <a:p>
            <a:pPr indent="0" lvl="0" marL="0" marR="0" rtl="0" algn="l">
              <a:spcBef>
                <a:spcPts val="0"/>
              </a:spcBef>
              <a:spcAft>
                <a:spcPts val="0"/>
              </a:spcAft>
              <a:buNone/>
            </a:pPr>
            <a:r>
              <a:rPr lang="en-US" sz="1400" u="sng">
                <a:solidFill>
                  <a:schemeClr val="lt1"/>
                </a:solidFill>
                <a:latin typeface="Corbel"/>
                <a:ea typeface="Corbel"/>
                <a:cs typeface="Corbel"/>
                <a:sym typeface="Corbel"/>
                <a:hlinkClick r:id="rId5">
                  <a:extLst>
                    <a:ext uri="{A12FA001-AC4F-418D-AE19-62706E023703}">
                      <ahyp:hlinkClr val="tx"/>
                    </a:ext>
                  </a:extLst>
                </a:hlinkClick>
              </a:rPr>
              <a:t>What is Application Development? – ServiceNow</a:t>
            </a:r>
            <a:endParaRPr sz="1400">
              <a:solidFill>
                <a:schemeClr val="lt1"/>
              </a:solidFill>
              <a:latin typeface="Corbel"/>
              <a:ea typeface="Corbel"/>
              <a:cs typeface="Corbel"/>
              <a:sym typeface="Corbel"/>
            </a:endParaRPr>
          </a:p>
          <a:p>
            <a:pPr indent="0" lvl="0" marL="0" marR="0" rtl="0" algn="l">
              <a:spcBef>
                <a:spcPts val="0"/>
              </a:spcBef>
              <a:spcAft>
                <a:spcPts val="0"/>
              </a:spcAft>
              <a:buNone/>
            </a:pPr>
            <a:r>
              <a:t/>
            </a:r>
            <a:endParaRPr sz="1400">
              <a:solidFill>
                <a:schemeClr val="lt1"/>
              </a:solidFill>
              <a:latin typeface="Corbel"/>
              <a:ea typeface="Corbel"/>
              <a:cs typeface="Corbel"/>
              <a:sym typeface="Corbel"/>
            </a:endParaRPr>
          </a:p>
          <a:p>
            <a:pPr indent="0" lvl="0" marL="0" marR="0" rtl="0" algn="l">
              <a:spcBef>
                <a:spcPts val="0"/>
              </a:spcBef>
              <a:spcAft>
                <a:spcPts val="0"/>
              </a:spcAft>
              <a:buNone/>
            </a:pPr>
            <a:r>
              <a:rPr lang="en-US" sz="1400">
                <a:solidFill>
                  <a:schemeClr val="lt1"/>
                </a:solidFill>
                <a:latin typeface="Corbel"/>
                <a:ea typeface="Corbel"/>
                <a:cs typeface="Corbel"/>
                <a:sym typeface="Corbel"/>
              </a:rPr>
              <a:t>What is DevSecOps? Microsoft 2023</a:t>
            </a:r>
            <a:endParaRPr/>
          </a:p>
          <a:p>
            <a:pPr indent="0" lvl="0" marL="0" marR="0" rtl="0" algn="l">
              <a:spcBef>
                <a:spcPts val="0"/>
              </a:spcBef>
              <a:spcAft>
                <a:spcPts val="0"/>
              </a:spcAft>
              <a:buNone/>
            </a:pPr>
            <a:r>
              <a:rPr lang="en-US" sz="1400" u="sng">
                <a:solidFill>
                  <a:schemeClr val="lt1"/>
                </a:solidFill>
                <a:latin typeface="Corbel"/>
                <a:ea typeface="Corbel"/>
                <a:cs typeface="Corbel"/>
                <a:sym typeface="Corbel"/>
                <a:hlinkClick r:id="rId6">
                  <a:extLst>
                    <a:ext uri="{A12FA001-AC4F-418D-AE19-62706E023703}">
                      <ahyp:hlinkClr val="tx"/>
                    </a:ext>
                  </a:extLst>
                </a:hlinkClick>
              </a:rPr>
              <a:t>What Is DevSecOps? Definition and Best Practices | Microsoft Security</a:t>
            </a:r>
            <a:endParaRPr sz="1400">
              <a:solidFill>
                <a:schemeClr val="lt1"/>
              </a:solidFill>
              <a:latin typeface="Corbel"/>
              <a:ea typeface="Corbel"/>
              <a:cs typeface="Corbel"/>
              <a:sym typeface="Corbel"/>
            </a:endParaRPr>
          </a:p>
          <a:p>
            <a:pPr indent="0" lvl="0" marL="0" marR="0" rtl="0" algn="l">
              <a:spcBef>
                <a:spcPts val="0"/>
              </a:spcBef>
              <a:spcAft>
                <a:spcPts val="0"/>
              </a:spcAft>
              <a:buNone/>
            </a:pPr>
            <a:r>
              <a:t/>
            </a:r>
            <a:endParaRPr sz="1400">
              <a:solidFill>
                <a:schemeClr val="lt1"/>
              </a:solidFill>
              <a:latin typeface="Corbel"/>
              <a:ea typeface="Corbel"/>
              <a:cs typeface="Corbel"/>
              <a:sym typeface="Corbel"/>
            </a:endParaRPr>
          </a:p>
          <a:p>
            <a:pPr indent="0" lvl="0" marL="0" marR="0" rtl="0" algn="l">
              <a:spcBef>
                <a:spcPts val="0"/>
              </a:spcBef>
              <a:spcAft>
                <a:spcPts val="0"/>
              </a:spcAft>
              <a:buNone/>
            </a:pPr>
            <a:r>
              <a:rPr lang="en-US" sz="1400">
                <a:solidFill>
                  <a:schemeClr val="lt1"/>
                </a:solidFill>
                <a:latin typeface="Corbel"/>
                <a:ea typeface="Corbel"/>
                <a:cs typeface="Corbel"/>
                <a:sym typeface="Corbel"/>
              </a:rPr>
              <a:t>“Agile Project Management Methodology vs. Waterfall Project Management Methodology: Understanding the Differences” by </a:t>
            </a:r>
            <a:r>
              <a:rPr i="0" lang="en-US" sz="1400">
                <a:solidFill>
                  <a:schemeClr val="lt1"/>
                </a:solidFill>
                <a:latin typeface="Corbel"/>
                <a:ea typeface="Corbel"/>
                <a:cs typeface="Corbel"/>
                <a:sym typeface="Corbel"/>
              </a:rPr>
              <a:t>Muhammad Omair published Jul 8, 2023</a:t>
            </a:r>
            <a:endParaRPr/>
          </a:p>
          <a:p>
            <a:pPr indent="0" lvl="0" marL="0" marR="0" rtl="0" algn="l">
              <a:spcBef>
                <a:spcPts val="0"/>
              </a:spcBef>
              <a:spcAft>
                <a:spcPts val="0"/>
              </a:spcAft>
              <a:buNone/>
            </a:pPr>
            <a:r>
              <a:rPr lang="en-US" sz="1400" u="sng">
                <a:solidFill>
                  <a:schemeClr val="lt1"/>
                </a:solidFill>
                <a:latin typeface="Corbel"/>
                <a:ea typeface="Corbel"/>
                <a:cs typeface="Corbel"/>
                <a:sym typeface="Corbel"/>
                <a:hlinkClick r:id="rId7">
                  <a:extLst>
                    <a:ext uri="{A12FA001-AC4F-418D-AE19-62706E023703}">
                      <ahyp:hlinkClr val="tx"/>
                    </a:ext>
                  </a:extLst>
                </a:hlinkClick>
              </a:rPr>
              <a:t>Agile Project Management Methodology vs. Waterfall Project Management Methodology: Understanding the Differences (linkedin.com)</a:t>
            </a:r>
            <a:endParaRPr i="0" sz="1400">
              <a:solidFill>
                <a:schemeClr val="lt1"/>
              </a:solidFill>
              <a:latin typeface="Corbel"/>
              <a:ea typeface="Corbel"/>
              <a:cs typeface="Corbel"/>
              <a:sym typeface="Corbe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Digital Blue Tunnel 16x9">
  <a:themeElements>
    <a:clrScheme name="Digital Blue Tunnel">
      <a:dk1>
        <a:srgbClr val="000000"/>
      </a:dk1>
      <a:lt1>
        <a:srgbClr val="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Digital Blue Tunnel">
      <a:dk1>
        <a:srgbClr val="000000"/>
      </a:dk1>
      <a:lt1>
        <a:srgbClr val="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2023-11-06T00:47:16Z</dcterms:created>
  <dc:creator>Andre Hardy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